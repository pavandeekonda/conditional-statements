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2" r:id="rId22"/>
    <p:sldId id="284" r:id="rId23"/>
    <p:sldId id="28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77A4D3-D444-4727-89A6-75FCA6A59C43}" v="55" dt="2026-05-04T10:56:42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8265BCB9-0BDF-937D-D4F2-C15EE6116B28}"/>
    <pc:docChg chg="modSld">
      <pc:chgData name="Guest User" userId="" providerId="Windows Live" clId="Web-{8265BCB9-0BDF-937D-D4F2-C15EE6116B28}" dt="2026-05-02T07:24:05.585" v="1" actId="20577"/>
      <pc:docMkLst>
        <pc:docMk/>
      </pc:docMkLst>
      <pc:sldChg chg="modSp">
        <pc:chgData name="Guest User" userId="" providerId="Windows Live" clId="Web-{8265BCB9-0BDF-937D-D4F2-C15EE6116B28}" dt="2026-05-02T07:24:05.585" v="1" actId="20577"/>
        <pc:sldMkLst>
          <pc:docMk/>
          <pc:sldMk cId="1230004318" sldId="257"/>
        </pc:sldMkLst>
        <pc:spChg chg="mod">
          <ac:chgData name="Guest User" userId="" providerId="Windows Live" clId="Web-{8265BCB9-0BDF-937D-D4F2-C15EE6116B28}" dt="2026-05-02T07:24:05.585" v="1" actId="20577"/>
          <ac:spMkLst>
            <pc:docMk/>
            <pc:sldMk cId="1230004318" sldId="257"/>
            <ac:spMk id="4" creationId="{203A2831-B778-0AD4-57C4-F3B7F920AF77}"/>
          </ac:spMkLst>
        </pc:spChg>
      </pc:sldChg>
    </pc:docChg>
  </pc:docChgLst>
  <pc:docChgLst>
    <pc:chgData name="pavandeekonda321@outlook.com" userId="5779951a4685ceae" providerId="LiveId" clId="{AFE0D32F-241A-46D0-AF49-BE475E4D3C26}"/>
    <pc:docChg chg="undo custSel addSld delSld modSld sldOrd">
      <pc:chgData name="pavandeekonda321@outlook.com" userId="5779951a4685ceae" providerId="LiveId" clId="{AFE0D32F-241A-46D0-AF49-BE475E4D3C26}" dt="2026-05-05T03:42:03.892" v="2291" actId="20577"/>
      <pc:docMkLst>
        <pc:docMk/>
      </pc:docMkLst>
      <pc:sldChg chg="addSp modSp mod modAnim">
        <pc:chgData name="pavandeekonda321@outlook.com" userId="5779951a4685ceae" providerId="LiveId" clId="{AFE0D32F-241A-46D0-AF49-BE475E4D3C26}" dt="2026-05-05T03:42:03.892" v="2291" actId="20577"/>
        <pc:sldMkLst>
          <pc:docMk/>
          <pc:sldMk cId="1230004318" sldId="257"/>
        </pc:sldMkLst>
        <pc:spChg chg="mod">
          <ac:chgData name="pavandeekonda321@outlook.com" userId="5779951a4685ceae" providerId="LiveId" clId="{AFE0D32F-241A-46D0-AF49-BE475E4D3C26}" dt="2026-05-04T08:53:43.948" v="1602" actId="1076"/>
          <ac:spMkLst>
            <pc:docMk/>
            <pc:sldMk cId="1230004318" sldId="257"/>
            <ac:spMk id="4" creationId="{203A2831-B778-0AD4-57C4-F3B7F920AF77}"/>
          </ac:spMkLst>
        </pc:spChg>
        <pc:spChg chg="add mod">
          <ac:chgData name="pavandeekonda321@outlook.com" userId="5779951a4685ceae" providerId="LiveId" clId="{AFE0D32F-241A-46D0-AF49-BE475E4D3C26}" dt="2026-05-04T08:53:55.821" v="1603"/>
          <ac:spMkLst>
            <pc:docMk/>
            <pc:sldMk cId="1230004318" sldId="257"/>
            <ac:spMk id="5" creationId="{F78BD355-050D-527A-13CF-8906E4AA6EA1}"/>
          </ac:spMkLst>
        </pc:spChg>
        <pc:spChg chg="add mod">
          <ac:chgData name="pavandeekonda321@outlook.com" userId="5779951a4685ceae" providerId="LiveId" clId="{AFE0D32F-241A-46D0-AF49-BE475E4D3C26}" dt="2026-05-05T03:42:03.892" v="2291" actId="20577"/>
          <ac:spMkLst>
            <pc:docMk/>
            <pc:sldMk cId="1230004318" sldId="257"/>
            <ac:spMk id="6" creationId="{9A22B10F-CA4F-CBD0-5A7B-341F36EF035E}"/>
          </ac:spMkLst>
        </pc:spChg>
        <pc:picChg chg="mod">
          <ac:chgData name="pavandeekonda321@outlook.com" userId="5779951a4685ceae" providerId="LiveId" clId="{AFE0D32F-241A-46D0-AF49-BE475E4D3C26}" dt="2026-05-01T10:23:59.061" v="44" actId="1076"/>
          <ac:picMkLst>
            <pc:docMk/>
            <pc:sldMk cId="1230004318" sldId="257"/>
            <ac:picMk id="2" creationId="{A0F12FBE-5DED-8395-7EBD-17B508B28290}"/>
          </ac:picMkLst>
        </pc:picChg>
      </pc:sldChg>
      <pc:sldChg chg="addSp delSp modSp new mod">
        <pc:chgData name="pavandeekonda321@outlook.com" userId="5779951a4685ceae" providerId="LiveId" clId="{AFE0D32F-241A-46D0-AF49-BE475E4D3C26}" dt="2026-05-04T09:12:40.283" v="1694" actId="20577"/>
        <pc:sldMkLst>
          <pc:docMk/>
          <pc:sldMk cId="71598204" sldId="260"/>
        </pc:sldMkLst>
        <pc:spChg chg="add mod">
          <ac:chgData name="pavandeekonda321@outlook.com" userId="5779951a4685ceae" providerId="LiveId" clId="{AFE0D32F-241A-46D0-AF49-BE475E4D3C26}" dt="2026-05-04T09:12:40.283" v="1694" actId="20577"/>
          <ac:spMkLst>
            <pc:docMk/>
            <pc:sldMk cId="71598204" sldId="260"/>
            <ac:spMk id="3" creationId="{39749A83-B48D-66FC-E85C-91601A7B9103}"/>
          </ac:spMkLst>
        </pc:spChg>
        <pc:spChg chg="add mod">
          <ac:chgData name="pavandeekonda321@outlook.com" userId="5779951a4685ceae" providerId="LiveId" clId="{AFE0D32F-241A-46D0-AF49-BE475E4D3C26}" dt="2026-05-02T05:03:34.900" v="363" actId="1076"/>
          <ac:spMkLst>
            <pc:docMk/>
            <pc:sldMk cId="71598204" sldId="260"/>
            <ac:spMk id="7" creationId="{0C2D8DBC-758B-730B-F5FF-2896372CDE38}"/>
          </ac:spMkLst>
        </pc:spChg>
        <pc:picChg chg="add mod">
          <ac:chgData name="pavandeekonda321@outlook.com" userId="5779951a4685ceae" providerId="LiveId" clId="{AFE0D32F-241A-46D0-AF49-BE475E4D3C26}" dt="2026-05-02T07:06:51.207" v="1537" actId="1076"/>
          <ac:picMkLst>
            <pc:docMk/>
            <pc:sldMk cId="71598204" sldId="260"/>
            <ac:picMk id="2" creationId="{F8822DA1-2B2F-4ACD-4F36-5F600674B64B}"/>
          </ac:picMkLst>
        </pc:picChg>
      </pc:sldChg>
      <pc:sldChg chg="addSp delSp modSp new mod">
        <pc:chgData name="pavandeekonda321@outlook.com" userId="5779951a4685ceae" providerId="LiveId" clId="{AFE0D32F-241A-46D0-AF49-BE475E4D3C26}" dt="2026-05-04T09:49:31.791" v="1815" actId="20577"/>
        <pc:sldMkLst>
          <pc:docMk/>
          <pc:sldMk cId="2469937107" sldId="262"/>
        </pc:sldMkLst>
        <pc:spChg chg="add mod">
          <ac:chgData name="pavandeekonda321@outlook.com" userId="5779951a4685ceae" providerId="LiveId" clId="{AFE0D32F-241A-46D0-AF49-BE475E4D3C26}" dt="2026-05-04T09:49:31.791" v="1815" actId="20577"/>
          <ac:spMkLst>
            <pc:docMk/>
            <pc:sldMk cId="2469937107" sldId="262"/>
            <ac:spMk id="3" creationId="{6C059ECC-9C21-5FE1-E27A-D35AEA76E6E6}"/>
          </ac:spMkLst>
        </pc:spChg>
        <pc:spChg chg="add mod">
          <ac:chgData name="pavandeekonda321@outlook.com" userId="5779951a4685ceae" providerId="LiveId" clId="{AFE0D32F-241A-46D0-AF49-BE475E4D3C26}" dt="2026-05-02T05:10:59.154" v="409" actId="1076"/>
          <ac:spMkLst>
            <pc:docMk/>
            <pc:sldMk cId="2469937107" sldId="262"/>
            <ac:spMk id="4" creationId="{D8F1B2BB-E41B-00AD-B1D9-BB2A393480C2}"/>
          </ac:spMkLst>
        </pc:spChg>
        <pc:picChg chg="add mod">
          <ac:chgData name="pavandeekonda321@outlook.com" userId="5779951a4685ceae" providerId="LiveId" clId="{AFE0D32F-241A-46D0-AF49-BE475E4D3C26}" dt="2026-05-02T07:06:38.750" v="1534" actId="1076"/>
          <ac:picMkLst>
            <pc:docMk/>
            <pc:sldMk cId="2469937107" sldId="262"/>
            <ac:picMk id="2" creationId="{17901AD2-39A2-7B27-B511-93FD63F6C13B}"/>
          </ac:picMkLst>
        </pc:picChg>
      </pc:sldChg>
      <pc:sldChg chg="addSp delSp modSp new mod ord">
        <pc:chgData name="pavandeekonda321@outlook.com" userId="5779951a4685ceae" providerId="LiveId" clId="{AFE0D32F-241A-46D0-AF49-BE475E4D3C26}" dt="2026-05-02T07:06:31.979" v="1531" actId="1076"/>
        <pc:sldMkLst>
          <pc:docMk/>
          <pc:sldMk cId="3503928789" sldId="263"/>
        </pc:sldMkLst>
        <pc:spChg chg="add mod">
          <ac:chgData name="pavandeekonda321@outlook.com" userId="5779951a4685ceae" providerId="LiveId" clId="{AFE0D32F-241A-46D0-AF49-BE475E4D3C26}" dt="2026-05-02T05:26:39.959" v="457" actId="14100"/>
          <ac:spMkLst>
            <pc:docMk/>
            <pc:sldMk cId="3503928789" sldId="263"/>
            <ac:spMk id="6" creationId="{EAFD76A5-F0C3-B1FC-7B6E-5F5BDB9BAD74}"/>
          </ac:spMkLst>
        </pc:spChg>
        <pc:spChg chg="add mod">
          <ac:chgData name="pavandeekonda321@outlook.com" userId="5779951a4685ceae" providerId="LiveId" clId="{AFE0D32F-241A-46D0-AF49-BE475E4D3C26}" dt="2026-05-02T05:41:08.966" v="626" actId="2710"/>
          <ac:spMkLst>
            <pc:docMk/>
            <pc:sldMk cId="3503928789" sldId="263"/>
            <ac:spMk id="9" creationId="{DA4EEF14-B37E-B900-BB43-8118B4560F7E}"/>
          </ac:spMkLst>
        </pc:spChg>
        <pc:picChg chg="add mod">
          <ac:chgData name="pavandeekonda321@outlook.com" userId="5779951a4685ceae" providerId="LiveId" clId="{AFE0D32F-241A-46D0-AF49-BE475E4D3C26}" dt="2026-05-02T07:06:31.979" v="1531" actId="1076"/>
          <ac:picMkLst>
            <pc:docMk/>
            <pc:sldMk cId="3503928789" sldId="263"/>
            <ac:picMk id="2" creationId="{870F95D9-2164-909D-3414-093A80067758}"/>
          </ac:picMkLst>
        </pc:picChg>
      </pc:sldChg>
      <pc:sldChg chg="addSp delSp modSp new mod">
        <pc:chgData name="pavandeekonda321@outlook.com" userId="5779951a4685ceae" providerId="LiveId" clId="{AFE0D32F-241A-46D0-AF49-BE475E4D3C26}" dt="2026-05-04T09:24:36.518" v="1810" actId="20577"/>
        <pc:sldMkLst>
          <pc:docMk/>
          <pc:sldMk cId="1250862468" sldId="264"/>
        </pc:sldMkLst>
        <pc:spChg chg="add mod">
          <ac:chgData name="pavandeekonda321@outlook.com" userId="5779951a4685ceae" providerId="LiveId" clId="{AFE0D32F-241A-46D0-AF49-BE475E4D3C26}" dt="2026-05-04T09:24:36.518" v="1810" actId="20577"/>
          <ac:spMkLst>
            <pc:docMk/>
            <pc:sldMk cId="1250862468" sldId="264"/>
            <ac:spMk id="7" creationId="{A405ED88-75A7-F4D7-2927-FDE982CAB7A8}"/>
          </ac:spMkLst>
        </pc:spChg>
        <pc:spChg chg="add mod">
          <ac:chgData name="pavandeekonda321@outlook.com" userId="5779951a4685ceae" providerId="LiveId" clId="{AFE0D32F-241A-46D0-AF49-BE475E4D3C26}" dt="2026-05-02T05:32:30.458" v="559" actId="1076"/>
          <ac:spMkLst>
            <pc:docMk/>
            <pc:sldMk cId="1250862468" sldId="264"/>
            <ac:spMk id="8" creationId="{5D903A2A-8601-8BF9-131D-B12A0A5BB884}"/>
          </ac:spMkLst>
        </pc:spChg>
        <pc:picChg chg="add mod">
          <ac:chgData name="pavandeekonda321@outlook.com" userId="5779951a4685ceae" providerId="LiveId" clId="{AFE0D32F-241A-46D0-AF49-BE475E4D3C26}" dt="2026-05-02T07:06:23.765" v="1528" actId="1076"/>
          <ac:picMkLst>
            <pc:docMk/>
            <pc:sldMk cId="1250862468" sldId="264"/>
            <ac:picMk id="2" creationId="{0604211E-D70E-E893-3C10-992894800B63}"/>
          </ac:picMkLst>
        </pc:picChg>
      </pc:sldChg>
      <pc:sldChg chg="addSp delSp modSp new mod">
        <pc:chgData name="pavandeekonda321@outlook.com" userId="5779951a4685ceae" providerId="LiveId" clId="{AFE0D32F-241A-46D0-AF49-BE475E4D3C26}" dt="2026-05-04T09:11:54.550" v="1691" actId="12"/>
        <pc:sldMkLst>
          <pc:docMk/>
          <pc:sldMk cId="1014012583" sldId="265"/>
        </pc:sldMkLst>
        <pc:spChg chg="add mod">
          <ac:chgData name="pavandeekonda321@outlook.com" userId="5779951a4685ceae" providerId="LiveId" clId="{AFE0D32F-241A-46D0-AF49-BE475E4D3C26}" dt="2026-05-04T09:11:54.550" v="1691" actId="12"/>
          <ac:spMkLst>
            <pc:docMk/>
            <pc:sldMk cId="1014012583" sldId="265"/>
            <ac:spMk id="3" creationId="{8807F30C-6717-5168-4922-F7364A8B0A9E}"/>
          </ac:spMkLst>
        </pc:spChg>
        <pc:spChg chg="add mod">
          <ac:chgData name="pavandeekonda321@outlook.com" userId="5779951a4685ceae" providerId="LiveId" clId="{AFE0D32F-241A-46D0-AF49-BE475E4D3C26}" dt="2026-05-02T05:32:10.988" v="557" actId="1076"/>
          <ac:spMkLst>
            <pc:docMk/>
            <pc:sldMk cId="1014012583" sldId="265"/>
            <ac:spMk id="5" creationId="{317F2A7C-077E-C1DF-EA6D-1178B38AC3E2}"/>
          </ac:spMkLst>
        </pc:spChg>
        <pc:picChg chg="add mod">
          <ac:chgData name="pavandeekonda321@outlook.com" userId="5779951a4685ceae" providerId="LiveId" clId="{AFE0D32F-241A-46D0-AF49-BE475E4D3C26}" dt="2026-05-02T07:06:01.643" v="1525" actId="1076"/>
          <ac:picMkLst>
            <pc:docMk/>
            <pc:sldMk cId="1014012583" sldId="265"/>
            <ac:picMk id="2" creationId="{1769081A-A8CE-BB59-930E-0633911888E2}"/>
          </ac:picMkLst>
        </pc:picChg>
      </pc:sldChg>
      <pc:sldChg chg="addSp delSp modSp new mod">
        <pc:chgData name="pavandeekonda321@outlook.com" userId="5779951a4685ceae" providerId="LiveId" clId="{AFE0D32F-241A-46D0-AF49-BE475E4D3C26}" dt="2026-05-02T07:18:58.057" v="1551" actId="1076"/>
        <pc:sldMkLst>
          <pc:docMk/>
          <pc:sldMk cId="1943131790" sldId="266"/>
        </pc:sldMkLst>
        <pc:spChg chg="add mod">
          <ac:chgData name="pavandeekonda321@outlook.com" userId="5779951a4685ceae" providerId="LiveId" clId="{AFE0D32F-241A-46D0-AF49-BE475E4D3C26}" dt="2026-05-02T07:18:54.854" v="1550" actId="1076"/>
          <ac:spMkLst>
            <pc:docMk/>
            <pc:sldMk cId="1943131790" sldId="266"/>
            <ac:spMk id="7" creationId="{487206A2-40B6-8E03-D8C1-41052F2C3461}"/>
          </ac:spMkLst>
        </pc:spChg>
        <pc:spChg chg="add mod">
          <ac:chgData name="pavandeekonda321@outlook.com" userId="5779951a4685ceae" providerId="LiveId" clId="{AFE0D32F-241A-46D0-AF49-BE475E4D3C26}" dt="2026-05-02T07:18:03.328" v="1542" actId="1076"/>
          <ac:spMkLst>
            <pc:docMk/>
            <pc:sldMk cId="1943131790" sldId="266"/>
            <ac:spMk id="9" creationId="{18F7EECF-7C16-7754-E1A4-C6F4FE2D8DD1}"/>
          </ac:spMkLst>
        </pc:spChg>
        <pc:picChg chg="add mod">
          <ac:chgData name="pavandeekonda321@outlook.com" userId="5779951a4685ceae" providerId="LiveId" clId="{AFE0D32F-241A-46D0-AF49-BE475E4D3C26}" dt="2026-05-02T07:05:48.694" v="1522" actId="1076"/>
          <ac:picMkLst>
            <pc:docMk/>
            <pc:sldMk cId="1943131790" sldId="266"/>
            <ac:picMk id="2" creationId="{7B71D1BF-401C-801E-C679-1D40F342E1AC}"/>
          </ac:picMkLst>
        </pc:picChg>
        <pc:picChg chg="add mod">
          <ac:chgData name="pavandeekonda321@outlook.com" userId="5779951a4685ceae" providerId="LiveId" clId="{AFE0D32F-241A-46D0-AF49-BE475E4D3C26}" dt="2026-05-02T07:18:58.057" v="1551" actId="1076"/>
          <ac:picMkLst>
            <pc:docMk/>
            <pc:sldMk cId="1943131790" sldId="266"/>
            <ac:picMk id="4" creationId="{FA0C7420-13FB-F0A2-875C-44E9F297015B}"/>
          </ac:picMkLst>
        </pc:picChg>
      </pc:sldChg>
      <pc:sldChg chg="addSp delSp modSp new mod">
        <pc:chgData name="pavandeekonda321@outlook.com" userId="5779951a4685ceae" providerId="LiveId" clId="{AFE0D32F-241A-46D0-AF49-BE475E4D3C26}" dt="2026-05-02T07:05:43.403" v="1520" actId="1076"/>
        <pc:sldMkLst>
          <pc:docMk/>
          <pc:sldMk cId="102136924" sldId="267"/>
        </pc:sldMkLst>
        <pc:spChg chg="add mod">
          <ac:chgData name="pavandeekonda321@outlook.com" userId="5779951a4685ceae" providerId="LiveId" clId="{AFE0D32F-241A-46D0-AF49-BE475E4D3C26}" dt="2026-05-02T06:00:33.428" v="875" actId="12"/>
          <ac:spMkLst>
            <pc:docMk/>
            <pc:sldMk cId="102136924" sldId="267"/>
            <ac:spMk id="5" creationId="{3924B119-7295-AEFE-66AF-3066E0860793}"/>
          </ac:spMkLst>
        </pc:spChg>
        <pc:spChg chg="add mod">
          <ac:chgData name="pavandeekonda321@outlook.com" userId="5779951a4685ceae" providerId="LiveId" clId="{AFE0D32F-241A-46D0-AF49-BE475E4D3C26}" dt="2026-05-02T05:55:48.540" v="792" actId="1076"/>
          <ac:spMkLst>
            <pc:docMk/>
            <pc:sldMk cId="102136924" sldId="267"/>
            <ac:spMk id="7" creationId="{B44A4E10-8C8E-A8D1-E64C-86DB1E30AD74}"/>
          </ac:spMkLst>
        </pc:spChg>
        <pc:spChg chg="add mod">
          <ac:chgData name="pavandeekonda321@outlook.com" userId="5779951a4685ceae" providerId="LiveId" clId="{AFE0D32F-241A-46D0-AF49-BE475E4D3C26}" dt="2026-05-02T06:01:23.670" v="883" actId="1076"/>
          <ac:spMkLst>
            <pc:docMk/>
            <pc:sldMk cId="102136924" sldId="267"/>
            <ac:spMk id="8" creationId="{67A67DDC-560C-69D8-2BDE-A46D166B4D91}"/>
          </ac:spMkLst>
        </pc:spChg>
        <pc:picChg chg="add mod">
          <ac:chgData name="pavandeekonda321@outlook.com" userId="5779951a4685ceae" providerId="LiveId" clId="{AFE0D32F-241A-46D0-AF49-BE475E4D3C26}" dt="2026-05-02T06:47:10.276" v="1312" actId="1076"/>
          <ac:picMkLst>
            <pc:docMk/>
            <pc:sldMk cId="102136924" sldId="267"/>
            <ac:picMk id="6" creationId="{7B7F477C-475C-7489-7F6A-8055D8F79596}"/>
          </ac:picMkLst>
        </pc:picChg>
        <pc:picChg chg="add mod">
          <ac:chgData name="pavandeekonda321@outlook.com" userId="5779951a4685ceae" providerId="LiveId" clId="{AFE0D32F-241A-46D0-AF49-BE475E4D3C26}" dt="2026-05-02T07:05:43.403" v="1520" actId="1076"/>
          <ac:picMkLst>
            <pc:docMk/>
            <pc:sldMk cId="102136924" sldId="267"/>
            <ac:picMk id="9" creationId="{89B7D17F-EDFC-8F5A-FBDC-0D7A99CFC09E}"/>
          </ac:picMkLst>
        </pc:picChg>
      </pc:sldChg>
      <pc:sldChg chg="addSp delSp modSp new mod">
        <pc:chgData name="pavandeekonda321@outlook.com" userId="5779951a4685ceae" providerId="LiveId" clId="{AFE0D32F-241A-46D0-AF49-BE475E4D3C26}" dt="2026-05-02T07:05:38.250" v="1518" actId="1076"/>
        <pc:sldMkLst>
          <pc:docMk/>
          <pc:sldMk cId="846498353" sldId="268"/>
        </pc:sldMkLst>
        <pc:spChg chg="add mod">
          <ac:chgData name="pavandeekonda321@outlook.com" userId="5779951a4685ceae" providerId="LiveId" clId="{AFE0D32F-241A-46D0-AF49-BE475E4D3C26}" dt="2026-05-02T06:08:44.069" v="940" actId="1076"/>
          <ac:spMkLst>
            <pc:docMk/>
            <pc:sldMk cId="846498353" sldId="268"/>
            <ac:spMk id="3" creationId="{91558664-3FB7-E441-AEC7-36AC6B88A2B3}"/>
          </ac:spMkLst>
        </pc:spChg>
        <pc:spChg chg="add mod">
          <ac:chgData name="pavandeekonda321@outlook.com" userId="5779951a4685ceae" providerId="LiveId" clId="{AFE0D32F-241A-46D0-AF49-BE475E4D3C26}" dt="2026-05-02T06:00:56.531" v="880" actId="12"/>
          <ac:spMkLst>
            <pc:docMk/>
            <pc:sldMk cId="846498353" sldId="268"/>
            <ac:spMk id="5" creationId="{4D0023E5-2F9E-660F-765B-C6F6F2752CC2}"/>
          </ac:spMkLst>
        </pc:spChg>
        <pc:spChg chg="add mod">
          <ac:chgData name="pavandeekonda321@outlook.com" userId="5779951a4685ceae" providerId="LiveId" clId="{AFE0D32F-241A-46D0-AF49-BE475E4D3C26}" dt="2026-05-02T05:58:36.091" v="848" actId="1076"/>
          <ac:spMkLst>
            <pc:docMk/>
            <pc:sldMk cId="846498353" sldId="268"/>
            <ac:spMk id="7" creationId="{ABD89355-FDBA-2255-55D4-44A3B47781E6}"/>
          </ac:spMkLst>
        </pc:spChg>
        <pc:picChg chg="add mod">
          <ac:chgData name="pavandeekonda321@outlook.com" userId="5779951a4685ceae" providerId="LiveId" clId="{AFE0D32F-241A-46D0-AF49-BE475E4D3C26}" dt="2026-05-02T06:47:26.792" v="1315" actId="1076"/>
          <ac:picMkLst>
            <pc:docMk/>
            <pc:sldMk cId="846498353" sldId="268"/>
            <ac:picMk id="9" creationId="{193BC528-68C1-16BC-E730-F903EF193BCE}"/>
          </ac:picMkLst>
        </pc:picChg>
        <pc:picChg chg="add mod">
          <ac:chgData name="pavandeekonda321@outlook.com" userId="5779951a4685ceae" providerId="LiveId" clId="{AFE0D32F-241A-46D0-AF49-BE475E4D3C26}" dt="2026-05-02T07:05:38.250" v="1518" actId="1076"/>
          <ac:picMkLst>
            <pc:docMk/>
            <pc:sldMk cId="846498353" sldId="268"/>
            <ac:picMk id="10" creationId="{F1C21058-6CED-7FDA-BDEC-C8821FD10654}"/>
          </ac:picMkLst>
        </pc:picChg>
      </pc:sldChg>
      <pc:sldChg chg="addSp modSp new mod">
        <pc:chgData name="pavandeekonda321@outlook.com" userId="5779951a4685ceae" providerId="LiveId" clId="{AFE0D32F-241A-46D0-AF49-BE475E4D3C26}" dt="2026-05-02T07:05:33.468" v="1516" actId="1076"/>
        <pc:sldMkLst>
          <pc:docMk/>
          <pc:sldMk cId="1293634141" sldId="269"/>
        </pc:sldMkLst>
        <pc:spChg chg="add mod">
          <ac:chgData name="pavandeekonda321@outlook.com" userId="5779951a4685ceae" providerId="LiveId" clId="{AFE0D32F-241A-46D0-AF49-BE475E4D3C26}" dt="2026-05-02T06:06:47.730" v="929" actId="1076"/>
          <ac:spMkLst>
            <pc:docMk/>
            <pc:sldMk cId="1293634141" sldId="269"/>
            <ac:spMk id="3" creationId="{6FA71CFC-22E4-6AC8-5D68-996CD019D14A}"/>
          </ac:spMkLst>
        </pc:spChg>
        <pc:spChg chg="add mod">
          <ac:chgData name="pavandeekonda321@outlook.com" userId="5779951a4685ceae" providerId="LiveId" clId="{AFE0D32F-241A-46D0-AF49-BE475E4D3C26}" dt="2026-05-02T06:07:21.871" v="934" actId="1076"/>
          <ac:spMkLst>
            <pc:docMk/>
            <pc:sldMk cId="1293634141" sldId="269"/>
            <ac:spMk id="5" creationId="{29C7855F-2140-1E95-DA34-961CE84A1CDF}"/>
          </ac:spMkLst>
        </pc:spChg>
        <pc:spChg chg="add mod">
          <ac:chgData name="pavandeekonda321@outlook.com" userId="5779951a4685ceae" providerId="LiveId" clId="{AFE0D32F-241A-46D0-AF49-BE475E4D3C26}" dt="2026-05-02T06:09:19.016" v="945" actId="1076"/>
          <ac:spMkLst>
            <pc:docMk/>
            <pc:sldMk cId="1293634141" sldId="269"/>
            <ac:spMk id="7" creationId="{53CF17E0-0A97-4408-64CD-6074783D33ED}"/>
          </ac:spMkLst>
        </pc:spChg>
        <pc:picChg chg="add mod">
          <ac:chgData name="pavandeekonda321@outlook.com" userId="5779951a4685ceae" providerId="LiveId" clId="{AFE0D32F-241A-46D0-AF49-BE475E4D3C26}" dt="2026-05-02T06:47:46.046" v="1318" actId="1076"/>
          <ac:picMkLst>
            <pc:docMk/>
            <pc:sldMk cId="1293634141" sldId="269"/>
            <ac:picMk id="9" creationId="{F2C2D102-EB87-9A70-EDFF-391328BC4C71}"/>
          </ac:picMkLst>
        </pc:picChg>
        <pc:picChg chg="add mod">
          <ac:chgData name="pavandeekonda321@outlook.com" userId="5779951a4685ceae" providerId="LiveId" clId="{AFE0D32F-241A-46D0-AF49-BE475E4D3C26}" dt="2026-05-02T07:05:33.468" v="1516" actId="1076"/>
          <ac:picMkLst>
            <pc:docMk/>
            <pc:sldMk cId="1293634141" sldId="269"/>
            <ac:picMk id="10" creationId="{0A56B100-B2EE-82C9-07EF-43AF969CA669}"/>
          </ac:picMkLst>
        </pc:picChg>
      </pc:sldChg>
      <pc:sldChg chg="addSp modSp new mod">
        <pc:chgData name="pavandeekonda321@outlook.com" userId="5779951a4685ceae" providerId="LiveId" clId="{AFE0D32F-241A-46D0-AF49-BE475E4D3C26}" dt="2026-05-02T07:05:25.344" v="1514" actId="1076"/>
        <pc:sldMkLst>
          <pc:docMk/>
          <pc:sldMk cId="2084589593" sldId="270"/>
        </pc:sldMkLst>
        <pc:spChg chg="add mod">
          <ac:chgData name="pavandeekonda321@outlook.com" userId="5779951a4685ceae" providerId="LiveId" clId="{AFE0D32F-241A-46D0-AF49-BE475E4D3C26}" dt="2026-05-02T06:48:35.817" v="1324" actId="1076"/>
          <ac:spMkLst>
            <pc:docMk/>
            <pc:sldMk cId="2084589593" sldId="270"/>
            <ac:spMk id="3" creationId="{8471679E-521F-B1E5-690A-9D3B1CC77A5A}"/>
          </ac:spMkLst>
        </pc:spChg>
        <pc:spChg chg="add mod">
          <ac:chgData name="pavandeekonda321@outlook.com" userId="5779951a4685ceae" providerId="LiveId" clId="{AFE0D32F-241A-46D0-AF49-BE475E4D3C26}" dt="2026-05-02T06:12:55.031" v="985" actId="1076"/>
          <ac:spMkLst>
            <pc:docMk/>
            <pc:sldMk cId="2084589593" sldId="270"/>
            <ac:spMk id="5" creationId="{5A635781-0E76-FE45-8339-AABC3B6C1F06}"/>
          </ac:spMkLst>
        </pc:spChg>
        <pc:spChg chg="add mod">
          <ac:chgData name="pavandeekonda321@outlook.com" userId="5779951a4685ceae" providerId="LiveId" clId="{AFE0D32F-241A-46D0-AF49-BE475E4D3C26}" dt="2026-05-02T06:48:40.678" v="1325" actId="1076"/>
          <ac:spMkLst>
            <pc:docMk/>
            <pc:sldMk cId="2084589593" sldId="270"/>
            <ac:spMk id="7" creationId="{3B19A3A5-D36D-0707-7670-7F1EB48F08B9}"/>
          </ac:spMkLst>
        </pc:spChg>
        <pc:picChg chg="add mod">
          <ac:chgData name="pavandeekonda321@outlook.com" userId="5779951a4685ceae" providerId="LiveId" clId="{AFE0D32F-241A-46D0-AF49-BE475E4D3C26}" dt="2026-05-02T06:48:45.763" v="1326" actId="1076"/>
          <ac:picMkLst>
            <pc:docMk/>
            <pc:sldMk cId="2084589593" sldId="270"/>
            <ac:picMk id="9" creationId="{B0ED4CF4-776B-69A7-D666-6E0F03EEE625}"/>
          </ac:picMkLst>
        </pc:picChg>
        <pc:picChg chg="add mod">
          <ac:chgData name="pavandeekonda321@outlook.com" userId="5779951a4685ceae" providerId="LiveId" clId="{AFE0D32F-241A-46D0-AF49-BE475E4D3C26}" dt="2026-05-02T07:05:25.344" v="1514" actId="1076"/>
          <ac:picMkLst>
            <pc:docMk/>
            <pc:sldMk cId="2084589593" sldId="270"/>
            <ac:picMk id="10" creationId="{62A677AB-B1B4-CA3E-16EE-4690A97BD7AD}"/>
          </ac:picMkLst>
        </pc:picChg>
      </pc:sldChg>
      <pc:sldChg chg="addSp delSp modSp new mod">
        <pc:chgData name="pavandeekonda321@outlook.com" userId="5779951a4685ceae" providerId="LiveId" clId="{AFE0D32F-241A-46D0-AF49-BE475E4D3C26}" dt="2026-05-04T09:06:12.525" v="1657" actId="20577"/>
        <pc:sldMkLst>
          <pc:docMk/>
          <pc:sldMk cId="2835644371" sldId="272"/>
        </pc:sldMkLst>
        <pc:spChg chg="add mod">
          <ac:chgData name="pavandeekonda321@outlook.com" userId="5779951a4685ceae" providerId="LiveId" clId="{AFE0D32F-241A-46D0-AF49-BE475E4D3C26}" dt="2026-05-04T09:06:12.525" v="1657" actId="20577"/>
          <ac:spMkLst>
            <pc:docMk/>
            <pc:sldMk cId="2835644371" sldId="272"/>
            <ac:spMk id="5" creationId="{7597F1ED-888F-0CDF-A8F3-E0EA0158EE81}"/>
          </ac:spMkLst>
        </pc:spChg>
        <pc:spChg chg="add mod">
          <ac:chgData name="pavandeekonda321@outlook.com" userId="5779951a4685ceae" providerId="LiveId" clId="{AFE0D32F-241A-46D0-AF49-BE475E4D3C26}" dt="2026-05-02T06:15:20.121" v="1035" actId="1076"/>
          <ac:spMkLst>
            <pc:docMk/>
            <pc:sldMk cId="2835644371" sldId="272"/>
            <ac:spMk id="7" creationId="{1A1430E1-D059-2576-505F-D4F2E02765A9}"/>
          </ac:spMkLst>
        </pc:spChg>
        <pc:picChg chg="add mod">
          <ac:chgData name="pavandeekonda321@outlook.com" userId="5779951a4685ceae" providerId="LiveId" clId="{AFE0D32F-241A-46D0-AF49-BE475E4D3C26}" dt="2026-05-02T06:49:03.313" v="1328" actId="1076"/>
          <ac:picMkLst>
            <pc:docMk/>
            <pc:sldMk cId="2835644371" sldId="272"/>
            <ac:picMk id="9" creationId="{BFD5C21A-10F8-9953-7F94-FA63B1FB7F9D}"/>
          </ac:picMkLst>
        </pc:picChg>
        <pc:picChg chg="add mod">
          <ac:chgData name="pavandeekonda321@outlook.com" userId="5779951a4685ceae" providerId="LiveId" clId="{AFE0D32F-241A-46D0-AF49-BE475E4D3C26}" dt="2026-05-02T07:05:20.352" v="1512" actId="1076"/>
          <ac:picMkLst>
            <pc:docMk/>
            <pc:sldMk cId="2835644371" sldId="272"/>
            <ac:picMk id="10" creationId="{D7F7E901-A98E-85A5-341B-6B4BFFC41D36}"/>
          </ac:picMkLst>
        </pc:picChg>
      </pc:sldChg>
      <pc:sldChg chg="addSp delSp modSp new mod">
        <pc:chgData name="pavandeekonda321@outlook.com" userId="5779951a4685ceae" providerId="LiveId" clId="{AFE0D32F-241A-46D0-AF49-BE475E4D3C26}" dt="2026-05-02T07:05:14.540" v="1510" actId="1076"/>
        <pc:sldMkLst>
          <pc:docMk/>
          <pc:sldMk cId="4132932016" sldId="273"/>
        </pc:sldMkLst>
        <pc:spChg chg="add">
          <ac:chgData name="pavandeekonda321@outlook.com" userId="5779951a4685ceae" providerId="LiveId" clId="{AFE0D32F-241A-46D0-AF49-BE475E4D3C26}" dt="2026-05-02T06:21:48.578" v="1041"/>
          <ac:spMkLst>
            <pc:docMk/>
            <pc:sldMk cId="4132932016" sldId="273"/>
            <ac:spMk id="3" creationId="{DFFEA67C-4E61-D4CB-E9FA-692EDAC9B26D}"/>
          </ac:spMkLst>
        </pc:spChg>
        <pc:spChg chg="add">
          <ac:chgData name="pavandeekonda321@outlook.com" userId="5779951a4685ceae" providerId="LiveId" clId="{AFE0D32F-241A-46D0-AF49-BE475E4D3C26}" dt="2026-05-02T06:21:50.772" v="1043"/>
          <ac:spMkLst>
            <pc:docMk/>
            <pc:sldMk cId="4132932016" sldId="273"/>
            <ac:spMk id="5" creationId="{CA890978-9D8F-C2FC-8F3B-918C0093D82B}"/>
          </ac:spMkLst>
        </pc:spChg>
        <pc:spChg chg="add mod">
          <ac:chgData name="pavandeekonda321@outlook.com" userId="5779951a4685ceae" providerId="LiveId" clId="{AFE0D32F-241A-46D0-AF49-BE475E4D3C26}" dt="2026-05-02T06:26:31.801" v="1067" actId="1076"/>
          <ac:spMkLst>
            <pc:docMk/>
            <pc:sldMk cId="4132932016" sldId="273"/>
            <ac:spMk id="11" creationId="{44128249-E27C-A7DF-55FF-08B1EB973C96}"/>
          </ac:spMkLst>
        </pc:spChg>
        <pc:spChg chg="add mod">
          <ac:chgData name="pavandeekonda321@outlook.com" userId="5779951a4685ceae" providerId="LiveId" clId="{AFE0D32F-241A-46D0-AF49-BE475E4D3C26}" dt="2026-05-02T06:27:22.002" v="1112" actId="1076"/>
          <ac:spMkLst>
            <pc:docMk/>
            <pc:sldMk cId="4132932016" sldId="273"/>
            <ac:spMk id="13" creationId="{87660C02-B411-0DA9-52D7-B41D2930938D}"/>
          </ac:spMkLst>
        </pc:spChg>
        <pc:picChg chg="add mod">
          <ac:chgData name="pavandeekonda321@outlook.com" userId="5779951a4685ceae" providerId="LiveId" clId="{AFE0D32F-241A-46D0-AF49-BE475E4D3C26}" dt="2026-05-02T06:27:26.640" v="1113" actId="1076"/>
          <ac:picMkLst>
            <pc:docMk/>
            <pc:sldMk cId="4132932016" sldId="273"/>
            <ac:picMk id="9" creationId="{D168096D-F8BD-724B-0D5E-FEDBA02EEADF}"/>
          </ac:picMkLst>
        </pc:picChg>
        <pc:picChg chg="add mod">
          <ac:chgData name="pavandeekonda321@outlook.com" userId="5779951a4685ceae" providerId="LiveId" clId="{AFE0D32F-241A-46D0-AF49-BE475E4D3C26}" dt="2026-05-02T07:05:14.540" v="1510" actId="1076"/>
          <ac:picMkLst>
            <pc:docMk/>
            <pc:sldMk cId="4132932016" sldId="273"/>
            <ac:picMk id="14" creationId="{97BE847A-0420-D726-7715-0559F63ED599}"/>
          </ac:picMkLst>
        </pc:picChg>
      </pc:sldChg>
      <pc:sldChg chg="addSp modSp new mod">
        <pc:chgData name="pavandeekonda321@outlook.com" userId="5779951a4685ceae" providerId="LiveId" clId="{AFE0D32F-241A-46D0-AF49-BE475E4D3C26}" dt="2026-05-05T00:53:28.326" v="2289" actId="1076"/>
        <pc:sldMkLst>
          <pc:docMk/>
          <pc:sldMk cId="553422228" sldId="274"/>
        </pc:sldMkLst>
        <pc:spChg chg="add mod">
          <ac:chgData name="pavandeekonda321@outlook.com" userId="5779951a4685ceae" providerId="LiveId" clId="{AFE0D32F-241A-46D0-AF49-BE475E4D3C26}" dt="2026-05-05T00:53:23.900" v="2288" actId="1076"/>
          <ac:spMkLst>
            <pc:docMk/>
            <pc:sldMk cId="553422228" sldId="274"/>
            <ac:spMk id="4" creationId="{D5136F63-C350-9446-58F2-65EB64BE10F4}"/>
          </ac:spMkLst>
        </pc:spChg>
        <pc:spChg chg="add mod">
          <ac:chgData name="pavandeekonda321@outlook.com" userId="5779951a4685ceae" providerId="LiveId" clId="{AFE0D32F-241A-46D0-AF49-BE475E4D3C26}" dt="2026-05-04T09:49:55.033" v="1820" actId="20577"/>
          <ac:spMkLst>
            <pc:docMk/>
            <pc:sldMk cId="553422228" sldId="274"/>
            <ac:spMk id="5" creationId="{3AB94914-9DB4-83DD-F030-041B1C487A8F}"/>
          </ac:spMkLst>
        </pc:spChg>
        <pc:picChg chg="add mod">
          <ac:chgData name="pavandeekonda321@outlook.com" userId="5779951a4685ceae" providerId="LiveId" clId="{AFE0D32F-241A-46D0-AF49-BE475E4D3C26}" dt="2026-05-05T00:53:28.326" v="2289" actId="1076"/>
          <ac:picMkLst>
            <pc:docMk/>
            <pc:sldMk cId="553422228" sldId="274"/>
            <ac:picMk id="3" creationId="{4BF8D4EC-24A0-A506-EC76-309E6C303036}"/>
          </ac:picMkLst>
        </pc:picChg>
        <pc:picChg chg="add mod">
          <ac:chgData name="pavandeekonda321@outlook.com" userId="5779951a4685ceae" providerId="LiveId" clId="{AFE0D32F-241A-46D0-AF49-BE475E4D3C26}" dt="2026-05-02T07:05:09.645" v="1508" actId="1076"/>
          <ac:picMkLst>
            <pc:docMk/>
            <pc:sldMk cId="553422228" sldId="274"/>
            <ac:picMk id="6" creationId="{5360274D-D9BE-18FC-2087-7E0E811D5F95}"/>
          </ac:picMkLst>
        </pc:picChg>
      </pc:sldChg>
      <pc:sldChg chg="addSp modSp new mod">
        <pc:chgData name="pavandeekonda321@outlook.com" userId="5779951a4685ceae" providerId="LiveId" clId="{AFE0D32F-241A-46D0-AF49-BE475E4D3C26}" dt="2026-05-05T00:52:51.635" v="2284" actId="113"/>
        <pc:sldMkLst>
          <pc:docMk/>
          <pc:sldMk cId="1918933435" sldId="275"/>
        </pc:sldMkLst>
        <pc:spChg chg="add mod">
          <ac:chgData name="pavandeekonda321@outlook.com" userId="5779951a4685ceae" providerId="LiveId" clId="{AFE0D32F-241A-46D0-AF49-BE475E4D3C26}" dt="2026-05-05T00:52:51.635" v="2284" actId="113"/>
          <ac:spMkLst>
            <pc:docMk/>
            <pc:sldMk cId="1918933435" sldId="275"/>
            <ac:spMk id="4" creationId="{41CFD572-6F44-FB2C-AEB3-1CB7D66FB8D1}"/>
          </ac:spMkLst>
        </pc:spChg>
        <pc:spChg chg="add mod">
          <ac:chgData name="pavandeekonda321@outlook.com" userId="5779951a4685ceae" providerId="LiveId" clId="{AFE0D32F-241A-46D0-AF49-BE475E4D3C26}" dt="2026-05-04T10:55:22.028" v="2248" actId="1076"/>
          <ac:spMkLst>
            <pc:docMk/>
            <pc:sldMk cId="1918933435" sldId="275"/>
            <ac:spMk id="5" creationId="{C8C10471-D950-D3FA-CDE7-1E979002B48A}"/>
          </ac:spMkLst>
        </pc:spChg>
        <pc:picChg chg="add mod">
          <ac:chgData name="pavandeekonda321@outlook.com" userId="5779951a4685ceae" providerId="LiveId" clId="{AFE0D32F-241A-46D0-AF49-BE475E4D3C26}" dt="2026-05-05T00:52:09.999" v="2277" actId="1076"/>
          <ac:picMkLst>
            <pc:docMk/>
            <pc:sldMk cId="1918933435" sldId="275"/>
            <ac:picMk id="3" creationId="{EEAFB775-2BC8-3723-0A5E-2F3E6ED56C64}"/>
          </ac:picMkLst>
        </pc:picChg>
        <pc:picChg chg="add mod">
          <ac:chgData name="pavandeekonda321@outlook.com" userId="5779951a4685ceae" providerId="LiveId" clId="{AFE0D32F-241A-46D0-AF49-BE475E4D3C26}" dt="2026-05-02T07:04:55.425" v="1506" actId="1076"/>
          <ac:picMkLst>
            <pc:docMk/>
            <pc:sldMk cId="1918933435" sldId="275"/>
            <ac:picMk id="6" creationId="{D66F0ED6-0363-DA3B-265C-43AAAA6C98D2}"/>
          </ac:picMkLst>
        </pc:picChg>
      </pc:sldChg>
      <pc:sldChg chg="addSp modSp new mod">
        <pc:chgData name="pavandeekonda321@outlook.com" userId="5779951a4685ceae" providerId="LiveId" clId="{AFE0D32F-241A-46D0-AF49-BE475E4D3C26}" dt="2026-05-05T00:52:42.922" v="2283" actId="1076"/>
        <pc:sldMkLst>
          <pc:docMk/>
          <pc:sldMk cId="238447690" sldId="276"/>
        </pc:sldMkLst>
        <pc:spChg chg="add mod">
          <ac:chgData name="pavandeekonda321@outlook.com" userId="5779951a4685ceae" providerId="LiveId" clId="{AFE0D32F-241A-46D0-AF49-BE475E4D3C26}" dt="2026-05-05T00:52:42.922" v="2283" actId="1076"/>
          <ac:spMkLst>
            <pc:docMk/>
            <pc:sldMk cId="238447690" sldId="276"/>
            <ac:spMk id="4" creationId="{AA9FC02F-2234-816B-52DE-82BF91F78567}"/>
          </ac:spMkLst>
        </pc:spChg>
        <pc:spChg chg="add mod">
          <ac:chgData name="pavandeekonda321@outlook.com" userId="5779951a4685ceae" providerId="LiveId" clId="{AFE0D32F-241A-46D0-AF49-BE475E4D3C26}" dt="2026-05-04T10:57:27.690" v="2265" actId="1076"/>
          <ac:spMkLst>
            <pc:docMk/>
            <pc:sldMk cId="238447690" sldId="276"/>
            <ac:spMk id="5" creationId="{740E3E2D-2A63-54EB-D17B-8D2F82AB5D62}"/>
          </ac:spMkLst>
        </pc:spChg>
        <pc:picChg chg="add mod">
          <ac:chgData name="pavandeekonda321@outlook.com" userId="5779951a4685ceae" providerId="LiveId" clId="{AFE0D32F-241A-46D0-AF49-BE475E4D3C26}" dt="2026-05-05T00:52:39.022" v="2282" actId="1076"/>
          <ac:picMkLst>
            <pc:docMk/>
            <pc:sldMk cId="238447690" sldId="276"/>
            <ac:picMk id="3" creationId="{D6C12888-DDA6-5F67-18A7-59AD58D0447A}"/>
          </ac:picMkLst>
        </pc:picChg>
        <pc:picChg chg="add mod">
          <ac:chgData name="pavandeekonda321@outlook.com" userId="5779951a4685ceae" providerId="LiveId" clId="{AFE0D32F-241A-46D0-AF49-BE475E4D3C26}" dt="2026-05-02T07:04:49.571" v="1504" actId="1076"/>
          <ac:picMkLst>
            <pc:docMk/>
            <pc:sldMk cId="238447690" sldId="276"/>
            <ac:picMk id="6" creationId="{BFA0D77D-3D0B-F4A7-6288-F668AD6010FB}"/>
          </ac:picMkLst>
        </pc:picChg>
      </pc:sldChg>
      <pc:sldChg chg="addSp delSp modSp new mod">
        <pc:chgData name="pavandeekonda321@outlook.com" userId="5779951a4685ceae" providerId="LiveId" clId="{AFE0D32F-241A-46D0-AF49-BE475E4D3C26}" dt="2026-05-02T07:04:43.579" v="1502" actId="1076"/>
        <pc:sldMkLst>
          <pc:docMk/>
          <pc:sldMk cId="4218132991" sldId="277"/>
        </pc:sldMkLst>
        <pc:spChg chg="add mod">
          <ac:chgData name="pavandeekonda321@outlook.com" userId="5779951a4685ceae" providerId="LiveId" clId="{AFE0D32F-241A-46D0-AF49-BE475E4D3C26}" dt="2026-05-02T06:34:39.896" v="1214" actId="1076"/>
          <ac:spMkLst>
            <pc:docMk/>
            <pc:sldMk cId="4218132991" sldId="277"/>
            <ac:spMk id="5" creationId="{F461E466-1C4C-9410-180D-9D1B15F2B31F}"/>
          </ac:spMkLst>
        </pc:spChg>
        <pc:spChg chg="add mod">
          <ac:chgData name="pavandeekonda321@outlook.com" userId="5779951a4685ceae" providerId="LiveId" clId="{AFE0D32F-241A-46D0-AF49-BE475E4D3C26}" dt="2026-05-02T06:35:19.813" v="1220" actId="1076"/>
          <ac:spMkLst>
            <pc:docMk/>
            <pc:sldMk cId="4218132991" sldId="277"/>
            <ac:spMk id="7" creationId="{70EA4502-2E36-244F-D3B1-BF293319EE5A}"/>
          </ac:spMkLst>
        </pc:spChg>
        <pc:picChg chg="add mod">
          <ac:chgData name="pavandeekonda321@outlook.com" userId="5779951a4685ceae" providerId="LiveId" clId="{AFE0D32F-241A-46D0-AF49-BE475E4D3C26}" dt="2026-05-02T07:04:43.579" v="1502" actId="1076"/>
          <ac:picMkLst>
            <pc:docMk/>
            <pc:sldMk cId="4218132991" sldId="277"/>
            <ac:picMk id="8" creationId="{9685AFF5-3E63-193C-7EB8-52119DAFDF8C}"/>
          </ac:picMkLst>
        </pc:picChg>
      </pc:sldChg>
      <pc:sldChg chg="addSp modSp new mod ord">
        <pc:chgData name="pavandeekonda321@outlook.com" userId="5779951a4685ceae" providerId="LiveId" clId="{AFE0D32F-241A-46D0-AF49-BE475E4D3C26}" dt="2026-05-02T07:04:38.115" v="1500" actId="1076"/>
        <pc:sldMkLst>
          <pc:docMk/>
          <pc:sldMk cId="1075468349" sldId="278"/>
        </pc:sldMkLst>
        <pc:spChg chg="add mod">
          <ac:chgData name="pavandeekonda321@outlook.com" userId="5779951a4685ceae" providerId="LiveId" clId="{AFE0D32F-241A-46D0-AF49-BE475E4D3C26}" dt="2026-05-02T06:37:50.042" v="1253" actId="1076"/>
          <ac:spMkLst>
            <pc:docMk/>
            <pc:sldMk cId="1075468349" sldId="278"/>
            <ac:spMk id="3" creationId="{5B76D582-58BC-ED5F-734E-651C3C9A90A9}"/>
          </ac:spMkLst>
        </pc:spChg>
        <pc:spChg chg="add mod">
          <ac:chgData name="pavandeekonda321@outlook.com" userId="5779951a4685ceae" providerId="LiveId" clId="{AFE0D32F-241A-46D0-AF49-BE475E4D3C26}" dt="2026-05-02T06:38:13.749" v="1259" actId="1076"/>
          <ac:spMkLst>
            <pc:docMk/>
            <pc:sldMk cId="1075468349" sldId="278"/>
            <ac:spMk id="5" creationId="{8C40C167-55AC-F27F-A6A4-740018BEE967}"/>
          </ac:spMkLst>
        </pc:spChg>
        <pc:picChg chg="add mod">
          <ac:chgData name="pavandeekonda321@outlook.com" userId="5779951a4685ceae" providerId="LiveId" clId="{AFE0D32F-241A-46D0-AF49-BE475E4D3C26}" dt="2026-05-02T07:04:38.115" v="1500" actId="1076"/>
          <ac:picMkLst>
            <pc:docMk/>
            <pc:sldMk cId="1075468349" sldId="278"/>
            <ac:picMk id="6" creationId="{59C8436C-9822-C4A7-BAFB-804CBFA5506E}"/>
          </ac:picMkLst>
        </pc:picChg>
      </pc:sldChg>
      <pc:sldChg chg="addSp modSp new mod">
        <pc:chgData name="pavandeekonda321@outlook.com" userId="5779951a4685ceae" providerId="LiveId" clId="{AFE0D32F-241A-46D0-AF49-BE475E4D3C26}" dt="2026-05-02T07:04:23.999" v="1498" actId="1076"/>
        <pc:sldMkLst>
          <pc:docMk/>
          <pc:sldMk cId="832865313" sldId="279"/>
        </pc:sldMkLst>
        <pc:spChg chg="add mod">
          <ac:chgData name="pavandeekonda321@outlook.com" userId="5779951a4685ceae" providerId="LiveId" clId="{AFE0D32F-241A-46D0-AF49-BE475E4D3C26}" dt="2026-05-02T06:39:06.296" v="1290" actId="1076"/>
          <ac:spMkLst>
            <pc:docMk/>
            <pc:sldMk cId="832865313" sldId="279"/>
            <ac:spMk id="3" creationId="{C97E49CF-F776-3E21-9843-3F30E61580C6}"/>
          </ac:spMkLst>
        </pc:spChg>
        <pc:spChg chg="add mod">
          <ac:chgData name="pavandeekonda321@outlook.com" userId="5779951a4685ceae" providerId="LiveId" clId="{AFE0D32F-241A-46D0-AF49-BE475E4D3C26}" dt="2026-05-02T06:39:29.397" v="1296" actId="1076"/>
          <ac:spMkLst>
            <pc:docMk/>
            <pc:sldMk cId="832865313" sldId="279"/>
            <ac:spMk id="5" creationId="{64ADC04B-9D95-260D-723B-03E75DA32DC3}"/>
          </ac:spMkLst>
        </pc:spChg>
        <pc:picChg chg="add mod">
          <ac:chgData name="pavandeekonda321@outlook.com" userId="5779951a4685ceae" providerId="LiveId" clId="{AFE0D32F-241A-46D0-AF49-BE475E4D3C26}" dt="2026-05-02T07:04:23.999" v="1498" actId="1076"/>
          <ac:picMkLst>
            <pc:docMk/>
            <pc:sldMk cId="832865313" sldId="279"/>
            <ac:picMk id="6" creationId="{8045E1EC-8A90-4C8F-3F7E-72DA12CC9699}"/>
          </ac:picMkLst>
        </pc:picChg>
      </pc:sldChg>
      <pc:sldChg chg="addSp modSp new mod">
        <pc:chgData name="pavandeekonda321@outlook.com" userId="5779951a4685ceae" providerId="LiveId" clId="{AFE0D32F-241A-46D0-AF49-BE475E4D3C26}" dt="2026-05-02T07:04:15.933" v="1496" actId="1076"/>
        <pc:sldMkLst>
          <pc:docMk/>
          <pc:sldMk cId="258803199" sldId="280"/>
        </pc:sldMkLst>
        <pc:spChg chg="add mod">
          <ac:chgData name="pavandeekonda321@outlook.com" userId="5779951a4685ceae" providerId="LiveId" clId="{AFE0D32F-241A-46D0-AF49-BE475E4D3C26}" dt="2026-05-02T06:53:15.943" v="1397" actId="1076"/>
          <ac:spMkLst>
            <pc:docMk/>
            <pc:sldMk cId="258803199" sldId="280"/>
            <ac:spMk id="3" creationId="{B9D34E7C-0C6A-5DD2-05E0-44545730F50E}"/>
          </ac:spMkLst>
        </pc:spChg>
        <pc:spChg chg="add mod">
          <ac:chgData name="pavandeekonda321@outlook.com" userId="5779951a4685ceae" providerId="LiveId" clId="{AFE0D32F-241A-46D0-AF49-BE475E4D3C26}" dt="2026-05-02T06:53:39.588" v="1403" actId="1076"/>
          <ac:spMkLst>
            <pc:docMk/>
            <pc:sldMk cId="258803199" sldId="280"/>
            <ac:spMk id="5" creationId="{8FFEC40A-1358-A796-35D3-D7488046CAD0}"/>
          </ac:spMkLst>
        </pc:spChg>
        <pc:picChg chg="add mod">
          <ac:chgData name="pavandeekonda321@outlook.com" userId="5779951a4685ceae" providerId="LiveId" clId="{AFE0D32F-241A-46D0-AF49-BE475E4D3C26}" dt="2026-05-02T07:04:15.933" v="1496" actId="1076"/>
          <ac:picMkLst>
            <pc:docMk/>
            <pc:sldMk cId="258803199" sldId="280"/>
            <ac:picMk id="6" creationId="{BB79C15A-9C38-F9B0-1B1D-B2842A17CA06}"/>
          </ac:picMkLst>
        </pc:picChg>
      </pc:sldChg>
      <pc:sldChg chg="addSp delSp modSp new mod">
        <pc:chgData name="pavandeekonda321@outlook.com" userId="5779951a4685ceae" providerId="LiveId" clId="{AFE0D32F-241A-46D0-AF49-BE475E4D3C26}" dt="2026-05-02T07:03:47.994" v="1489" actId="1076"/>
        <pc:sldMkLst>
          <pc:docMk/>
          <pc:sldMk cId="3716973368" sldId="282"/>
        </pc:sldMkLst>
        <pc:spChg chg="add mod">
          <ac:chgData name="pavandeekonda321@outlook.com" userId="5779951a4685ceae" providerId="LiveId" clId="{AFE0D32F-241A-46D0-AF49-BE475E4D3C26}" dt="2026-05-02T06:56:04.960" v="1452" actId="1076"/>
          <ac:spMkLst>
            <pc:docMk/>
            <pc:sldMk cId="3716973368" sldId="282"/>
            <ac:spMk id="5" creationId="{2B356B2A-2AF6-1023-9091-4E7F297B31DC}"/>
          </ac:spMkLst>
        </pc:spChg>
        <pc:spChg chg="add mod">
          <ac:chgData name="pavandeekonda321@outlook.com" userId="5779951a4685ceae" providerId="LiveId" clId="{AFE0D32F-241A-46D0-AF49-BE475E4D3C26}" dt="2026-05-02T06:56:49.745" v="1458" actId="1076"/>
          <ac:spMkLst>
            <pc:docMk/>
            <pc:sldMk cId="3716973368" sldId="282"/>
            <ac:spMk id="7" creationId="{D1DE5412-8511-7EDF-C9EF-0BA92627794E}"/>
          </ac:spMkLst>
        </pc:spChg>
        <pc:picChg chg="add mod">
          <ac:chgData name="pavandeekonda321@outlook.com" userId="5779951a4685ceae" providerId="LiveId" clId="{AFE0D32F-241A-46D0-AF49-BE475E4D3C26}" dt="2026-05-02T07:03:47.994" v="1489" actId="1076"/>
          <ac:picMkLst>
            <pc:docMk/>
            <pc:sldMk cId="3716973368" sldId="282"/>
            <ac:picMk id="8" creationId="{6025210C-D557-1FD9-8998-91DE2633A9EB}"/>
          </ac:picMkLst>
        </pc:picChg>
      </pc:sldChg>
      <pc:sldChg chg="addSp delSp modSp new mod">
        <pc:chgData name="pavandeekonda321@outlook.com" userId="5779951a4685ceae" providerId="LiveId" clId="{AFE0D32F-241A-46D0-AF49-BE475E4D3C26}" dt="2026-05-02T06:58:37.883" v="1467" actId="14100"/>
        <pc:sldMkLst>
          <pc:docMk/>
          <pc:sldMk cId="258356472" sldId="283"/>
        </pc:sldMkLst>
        <pc:picChg chg="add mod">
          <ac:chgData name="pavandeekonda321@outlook.com" userId="5779951a4685ceae" providerId="LiveId" clId="{AFE0D32F-241A-46D0-AF49-BE475E4D3C26}" dt="2026-05-02T06:58:37.883" v="1467" actId="14100"/>
          <ac:picMkLst>
            <pc:docMk/>
            <pc:sldMk cId="258356472" sldId="283"/>
            <ac:picMk id="5" creationId="{057178F5-EA99-558A-8D5C-DFAC5EBE8579}"/>
          </ac:picMkLst>
        </pc:picChg>
      </pc:sldChg>
      <pc:sldChg chg="addSp delSp modSp new mod">
        <pc:chgData name="pavandeekonda321@outlook.com" userId="5779951a4685ceae" providerId="LiveId" clId="{AFE0D32F-241A-46D0-AF49-BE475E4D3C26}" dt="2026-05-02T07:03:56.106" v="1492" actId="1076"/>
        <pc:sldMkLst>
          <pc:docMk/>
          <pc:sldMk cId="3654299982" sldId="284"/>
        </pc:sldMkLst>
        <pc:picChg chg="add mod">
          <ac:chgData name="pavandeekonda321@outlook.com" userId="5779951a4685ceae" providerId="LiveId" clId="{AFE0D32F-241A-46D0-AF49-BE475E4D3C26}" dt="2026-05-02T07:02:41.054" v="1480" actId="931"/>
          <ac:picMkLst>
            <pc:docMk/>
            <pc:sldMk cId="3654299982" sldId="284"/>
            <ac:picMk id="8" creationId="{081D3C8B-9C41-B28C-F2BF-F4CAFDC9E272}"/>
          </ac:picMkLst>
        </pc:picChg>
        <pc:picChg chg="add mod">
          <ac:chgData name="pavandeekonda321@outlook.com" userId="5779951a4685ceae" providerId="LiveId" clId="{AFE0D32F-241A-46D0-AF49-BE475E4D3C26}" dt="2026-05-02T07:03:56.106" v="1492" actId="1076"/>
          <ac:picMkLst>
            <pc:docMk/>
            <pc:sldMk cId="3654299982" sldId="284"/>
            <ac:picMk id="11" creationId="{F1F9D5BB-2C51-3F18-392D-078CA21A4B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8FE0-8309-88E3-0195-6499BBE28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4BEE2-B737-3F15-21E1-3A316C465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18B0B-4B08-030B-19C9-796AB51E4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4795-CFBF-4A98-91CD-0224E09CF90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CA450-A97D-AE69-D0CF-BBF240735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93C2D-EB32-C022-D5D9-ECFA7FF0D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32EEA-0C9A-4AC5-9DB4-46CCDCEEB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246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13D8B-4960-5E43-09AA-39546FBA3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3D5DD-0367-8069-842E-F5F7225E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CFD3A-5483-360C-0F5A-6F0B70CBC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4795-CFBF-4A98-91CD-0224E09CF90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C34F6-C62C-D538-13E8-8CEC4C28E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82D0E-3888-AC94-77E3-F967E48ED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32EEA-0C9A-4AC5-9DB4-46CCDCEEB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175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B417B-327F-7038-F014-44CFFA3EF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6A64E-F43C-5C0C-EAA1-B9E1C027A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E8F2D-6E7B-90B8-3084-03922AC58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4795-CFBF-4A98-91CD-0224E09CF90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91EC8-DEA6-266E-A671-0D01C711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D2323-02EB-67FE-18BD-B9B471AA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32EEA-0C9A-4AC5-9DB4-46CCDCEEB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560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FCC76-61EB-51C4-9E7E-2A476BB5E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6BCD6-F740-9D32-C4B8-B4D22D450E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F5B210-FE27-0366-428E-F87FD5467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9FE16-1FC3-C9E1-C704-C8E471B07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4795-CFBF-4A98-91CD-0224E09CF90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778D6-3656-11BE-B0CE-F0FFEE41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BA89F-30C6-5A34-936F-82A15233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32EEA-0C9A-4AC5-9DB4-46CCDCEEB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57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BD7A6-611C-5FF0-7F39-FC7E2A1EE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D9467-CF6B-43FC-BFA1-06E610F8E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B8643-77C1-E28E-0DB1-76E1951BE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D9868-319A-2787-AF57-A9DFCB853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791F1D-A8CE-C959-90AF-06310B999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98E7D9-BD13-4A3C-512A-B37A23FBD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4795-CFBF-4A98-91CD-0224E09CF90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9EBFDC-3217-6F74-C188-ABA6388A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6473E2-06D2-2680-ABB4-A9C1BC49D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32EEA-0C9A-4AC5-9DB4-46CCDCEEB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20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8C080-BEF3-E731-7716-F3712F653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44AE2-1420-C136-B954-DEBB24EE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4795-CFBF-4A98-91CD-0224E09CF90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E4931-FC51-5A90-0F4E-80BF2D34E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AC292-4847-8F7B-35DC-D0E1C228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32EEA-0C9A-4AC5-9DB4-46CCDCEEB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151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1E769-A07C-02A7-4CEC-F1C7D14A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4795-CFBF-4A98-91CD-0224E09CF90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FD69C4-5E11-6D5E-2EE7-7CF9E40F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15865-3A29-D88A-654D-92D1606C8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32EEA-0C9A-4AC5-9DB4-46CCDCEEB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289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5036-E639-6EB3-D9A7-AA714DEA7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19F6E-1A77-2DFB-4E66-88DC00414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F4034-F461-1F1F-3221-8C104A612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FCBEF-6248-5101-48CA-825641C4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4795-CFBF-4A98-91CD-0224E09CF90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5F794-2002-1B24-C697-12940E898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7B18D-6931-BE96-4D06-CA9489EE6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32EEA-0C9A-4AC5-9DB4-46CCDCEEB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440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29DF-E623-46F6-9D39-5D9E58258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E1FAEA-40D9-C218-492F-405388C720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870C4-F826-FCA8-CDF1-C6D37CB41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A48E9-443F-B579-8CB8-B9B3EF6A7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4795-CFBF-4A98-91CD-0224E09CF90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DD6DF4-624C-69F8-4F5C-67EF3858E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E4734-92DB-C817-413D-870DAC129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32EEA-0C9A-4AC5-9DB4-46CCDCEEB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07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4076C-2DCF-0A2C-E137-835F34832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B7C21-94C6-33AD-A5F5-4448DA82F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04238-E0C4-841E-B143-63CB6FDCF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4795-CFBF-4A98-91CD-0224E09CF90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6FB0F-BACA-5516-4066-77224F03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15CEE-CFA0-1A91-D785-457734CC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32EEA-0C9A-4AC5-9DB4-46CCDCEEB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404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3CEC43-7C39-8683-9212-4075FBB0A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CF275-1610-C47A-25E7-F625E5C3A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A4AAA-7B79-187B-80E5-CD521C2C9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4795-CFBF-4A98-91CD-0224E09CF90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E2B15-D331-B44E-F383-A2B42FBC4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EE69E-744C-3826-AD6D-C7A3C8391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32EEA-0C9A-4AC5-9DB4-46CCDCEEB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294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6C3EB-D2AA-C3E9-C4E9-FFA5F9CA5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FF01C-6964-AC64-6404-7BDF482BB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D7DF3-75F0-51F3-650C-432B0717A5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D4795-CFBF-4A98-91CD-0224E09CF90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6D6E4-A812-D568-4259-B13A49002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66AFE-6C71-DDB2-0954-FB79C83B4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32EEA-0C9A-4AC5-9DB4-46CCDCEEBC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14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vandeekonda" TargetMode="External"/><Relationship Id="rId2" Type="http://schemas.openxmlformats.org/officeDocument/2006/relationships/hyperlink" Target="https://www.linkedin.com/in/pavandeekonda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F12FBE-5DED-8395-7EBD-17B508B28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262"/>
            <a:ext cx="12192000" cy="70325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7243F90-33AA-34D4-49C8-63B0878439E5}"/>
              </a:ext>
            </a:extLst>
          </p:cNvPr>
          <p:cNvSpPr/>
          <p:nvPr/>
        </p:nvSpPr>
        <p:spPr>
          <a:xfrm>
            <a:off x="4680155" y="2920181"/>
            <a:ext cx="2743200" cy="6980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A2831-B778-0AD4-57C4-F3B7F920AF77}"/>
              </a:ext>
            </a:extLst>
          </p:cNvPr>
          <p:cNvSpPr txBox="1"/>
          <p:nvPr/>
        </p:nvSpPr>
        <p:spPr>
          <a:xfrm>
            <a:off x="2541639" y="2824614"/>
            <a:ext cx="641554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 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BD355-050D-527A-13CF-8906E4AA6EA1}"/>
              </a:ext>
            </a:extLst>
          </p:cNvPr>
          <p:cNvSpPr txBox="1"/>
          <p:nvPr/>
        </p:nvSpPr>
        <p:spPr>
          <a:xfrm>
            <a:off x="1892710" y="3731567"/>
            <a:ext cx="84065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Computers Learn to Make Decisions:            </a:t>
            </a:r>
          </a:p>
          <a:p>
            <a:r>
              <a:rPr lang="en-US" sz="3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The Power of Conditional Statements</a:t>
            </a:r>
          </a:p>
          <a:p>
            <a:endParaRPr lang="en-IN" sz="3200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2B10F-CA4F-CBD0-5A7B-341F36EF035E}"/>
              </a:ext>
            </a:extLst>
          </p:cNvPr>
          <p:cNvSpPr txBox="1"/>
          <p:nvPr/>
        </p:nvSpPr>
        <p:spPr>
          <a:xfrm>
            <a:off x="8957187" y="5393255"/>
            <a:ext cx="35592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Presented by :</a:t>
            </a:r>
          </a:p>
          <a:p>
            <a:r>
              <a:rPr lang="en-US" b="1" dirty="0"/>
              <a:t>Deekonda Pavan</a:t>
            </a:r>
          </a:p>
          <a:p>
            <a:r>
              <a:rPr lang="en-US" b="1" dirty="0"/>
              <a:t>Batch no: 522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30004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749A83-B48D-66FC-E85C-91601A7B9103}"/>
              </a:ext>
            </a:extLst>
          </p:cNvPr>
          <p:cNvSpPr txBox="1"/>
          <p:nvPr/>
        </p:nvSpPr>
        <p:spPr>
          <a:xfrm>
            <a:off x="265471" y="984635"/>
            <a:ext cx="11543071" cy="3534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Background: 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completed my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MBA from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Lingaya’s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Vidyapeeth University</a:t>
            </a:r>
            <a:endParaRPr lang="en-US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Science: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400" b="1" dirty="0"/>
              <a:t> I want to build a career in Data Science and use data to solve real-world problems.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LinkedIn : </a:t>
            </a:r>
            <a:r>
              <a:rPr lang="en-IN" sz="2800" b="1" dirty="0">
                <a:solidFill>
                  <a:srgbClr val="467886"/>
                </a:solidFill>
                <a:hlinkClick r:id="rId2"/>
              </a:rPr>
              <a:t>https://www.linkedin.com/in/pavandeekonda/</a:t>
            </a:r>
            <a:endParaRPr lang="en-IN" sz="2800" b="1" dirty="0">
              <a:solidFill>
                <a:srgbClr val="467886"/>
              </a:solidFill>
            </a:endParaRPr>
          </a:p>
          <a:p>
            <a:pPr marL="285750" lvl="0" indent="-323850">
              <a:lnSpc>
                <a:spcPct val="150000"/>
              </a:lnSpc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IN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https://github.com/Pavandeekonda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D8DBC-758B-730B-F5FF-2896372CDE38}"/>
              </a:ext>
            </a:extLst>
          </p:cNvPr>
          <p:cNvSpPr txBox="1"/>
          <p:nvPr/>
        </p:nvSpPr>
        <p:spPr>
          <a:xfrm>
            <a:off x="265471" y="98774"/>
            <a:ext cx="6096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4000" b="1" i="0" u="none" strike="noStrike" dirty="0">
                <a:solidFill>
                  <a:srgbClr val="FF0000"/>
                </a:solidFill>
                <a:effectLst/>
                <a:latin typeface="Lato" panose="020F0502020204030204" pitchFamily="34" charset="0"/>
              </a:rPr>
              <a:t>About</a:t>
            </a:r>
            <a:r>
              <a:rPr lang="en-US" sz="3200" b="1" i="0" u="none" strike="noStrike" dirty="0">
                <a:solidFill>
                  <a:srgbClr val="FF0000"/>
                </a:solidFill>
                <a:effectLst/>
                <a:latin typeface="Lato" panose="020F0502020204030204" pitchFamily="34" charset="0"/>
              </a:rPr>
              <a:t> </a:t>
            </a:r>
            <a:r>
              <a:rPr lang="en-US" sz="4000" b="1" i="0" u="none" strike="noStrike" dirty="0">
                <a:solidFill>
                  <a:srgbClr val="FF0000"/>
                </a:solidFill>
                <a:effectLst/>
                <a:latin typeface="Lato" panose="020F0502020204030204" pitchFamily="34" charset="0"/>
              </a:rPr>
              <a:t>me</a:t>
            </a:r>
            <a:r>
              <a:rPr lang="en-US" sz="3200" b="1" i="0" u="none" strike="noStrike" dirty="0">
                <a:solidFill>
                  <a:srgbClr val="FF0000"/>
                </a:solidFill>
                <a:effectLst/>
                <a:latin typeface="Lato" panose="020F0502020204030204" pitchFamily="34" charset="0"/>
              </a:rPr>
              <a:t> </a:t>
            </a:r>
            <a:endParaRPr lang="en-US" sz="3200" b="1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822DA1-2B2F-4ACD-4F36-5F600674B6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026" y="6115665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98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059ECC-9C21-5FE1-E27A-D35AEA76E6E6}"/>
              </a:ext>
            </a:extLst>
          </p:cNvPr>
          <p:cNvSpPr txBox="1"/>
          <p:nvPr/>
        </p:nvSpPr>
        <p:spPr>
          <a:xfrm>
            <a:off x="540773" y="1239931"/>
            <a:ext cx="6096000" cy="5126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Introduction to Conditional Statements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Objective of the Topic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Key Concepts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Types of Conditional Statements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Flowchart Representation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Real-World Examples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Applications (Use Cases)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Advantages &amp; Challenges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Conclusion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Experience / Challenges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Q&amp;A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1B2BB-E41B-00AD-B1D9-BB2A393480C2}"/>
              </a:ext>
            </a:extLst>
          </p:cNvPr>
          <p:cNvSpPr txBox="1"/>
          <p:nvPr/>
        </p:nvSpPr>
        <p:spPr>
          <a:xfrm>
            <a:off x="540773" y="491794"/>
            <a:ext cx="433602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FF0000"/>
                </a:solidFill>
              </a:rPr>
              <a:t>Agenda </a:t>
            </a:r>
          </a:p>
          <a:p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901AD2-39A2-7B27-B511-93FD63F6C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865" y="6054245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937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FD76A5-F0C3-B1FC-7B6E-5F5BDB9BAD74}"/>
              </a:ext>
            </a:extLst>
          </p:cNvPr>
          <p:cNvSpPr txBox="1"/>
          <p:nvPr/>
        </p:nvSpPr>
        <p:spPr>
          <a:xfrm>
            <a:off x="471947" y="487880"/>
            <a:ext cx="8809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>
                <a:solidFill>
                  <a:srgbClr val="FF0000"/>
                </a:solidFill>
              </a:rPr>
              <a:t>Introduction to Conditional Statements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EEF14-B37E-B900-BB43-8118B4560F7E}"/>
              </a:ext>
            </a:extLst>
          </p:cNvPr>
          <p:cNvSpPr txBox="1"/>
          <p:nvPr/>
        </p:nvSpPr>
        <p:spPr>
          <a:xfrm>
            <a:off x="471947" y="1368547"/>
            <a:ext cx="90948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Conditional statements are used to make decisions in programming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They allow different actions based on conditions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They evaluate expressions that return True or False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Help in controlling the execution flow of programs </a:t>
            </a:r>
          </a:p>
          <a:p>
            <a:endParaRPr lang="en-US" sz="2000" b="1"/>
          </a:p>
          <a:p>
            <a:r>
              <a:rPr lang="en-US" sz="2000" b="1"/>
              <a:t>     </a:t>
            </a:r>
            <a:r>
              <a:rPr lang="en-US" sz="2400" b="1"/>
              <a:t>Real-life example: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If it rains → take umbrella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Else → don’t take umbrella </a:t>
            </a:r>
          </a:p>
          <a:p>
            <a:endParaRPr lang="en-US" sz="2000" b="1"/>
          </a:p>
          <a:p>
            <a:r>
              <a:rPr lang="en-US" sz="2000" b="1"/>
              <a:t>     </a:t>
            </a:r>
            <a:r>
              <a:rPr lang="en-US" sz="2400" b="1"/>
              <a:t>Programming example: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If marks ≥ 40 → Pass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Else → Fail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0F95D9-2164-909D-3414-093A80067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521" y="6058159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928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405ED88-75A7-F4D7-2927-FDE982CAB7A8}"/>
              </a:ext>
            </a:extLst>
          </p:cNvPr>
          <p:cNvSpPr txBox="1"/>
          <p:nvPr/>
        </p:nvSpPr>
        <p:spPr>
          <a:xfrm>
            <a:off x="501445" y="1217955"/>
            <a:ext cx="8996516" cy="3895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b="1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To understand the concept of conditional statements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To learn how programs make logical decisions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To explore different types like if, else, </a:t>
            </a:r>
            <a:r>
              <a:rPr lang="en-US" sz="2000" b="1" dirty="0" err="1"/>
              <a:t>elif</a:t>
            </a:r>
            <a:r>
              <a:rPr lang="en-US" sz="2000" b="1" dirty="0"/>
              <a:t>, nested if ,Ternary Method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To implement conditional logic using examples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To apply these concepts in real-world and data science problems</a:t>
            </a:r>
          </a:p>
          <a:p>
            <a:pPr>
              <a:lnSpc>
                <a:spcPct val="150000"/>
              </a:lnSpc>
              <a:buNone/>
            </a:pPr>
            <a:endParaRPr 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903A2A-8601-8BF9-131D-B12A0A5BB884}"/>
              </a:ext>
            </a:extLst>
          </p:cNvPr>
          <p:cNvSpPr txBox="1"/>
          <p:nvPr/>
        </p:nvSpPr>
        <p:spPr>
          <a:xfrm>
            <a:off x="501445" y="571624"/>
            <a:ext cx="4857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>
                <a:solidFill>
                  <a:srgbClr val="FF0000"/>
                </a:solidFill>
              </a:rPr>
              <a:t>Objective of the Topic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04211E-D70E-E893-3C10-992894800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521" y="6066504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62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07F30C-6717-5168-4922-F7364A8B0A9E}"/>
              </a:ext>
            </a:extLst>
          </p:cNvPr>
          <p:cNvSpPr txBox="1"/>
          <p:nvPr/>
        </p:nvSpPr>
        <p:spPr>
          <a:xfrm>
            <a:off x="550607" y="986416"/>
            <a:ext cx="7344696" cy="4318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Condition → Expression that returns True/False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Comparison Operators → &gt;, &lt;, ==, !=, &gt;=, &lt;=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Logical Operators → AND, OR, NOT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Boolean Values → True, False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Arithmetic Operators → +, -, *, / (used within conditions)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Control Flow → Order of execution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F2A7C-077E-C1DF-EA6D-1178B38AC3E2}"/>
              </a:ext>
            </a:extLst>
          </p:cNvPr>
          <p:cNvSpPr txBox="1"/>
          <p:nvPr/>
        </p:nvSpPr>
        <p:spPr>
          <a:xfrm>
            <a:off x="550607" y="55275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>
                <a:solidFill>
                  <a:srgbClr val="FF0000"/>
                </a:solidFill>
              </a:rPr>
              <a:t>Key Concepts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69081A-A8CE-BB59-930E-063391188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521" y="6105833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012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7206A2-40B6-8E03-D8C1-41052F2C3461}"/>
              </a:ext>
            </a:extLst>
          </p:cNvPr>
          <p:cNvSpPr txBox="1"/>
          <p:nvPr/>
        </p:nvSpPr>
        <p:spPr>
          <a:xfrm>
            <a:off x="307932" y="3429000"/>
            <a:ext cx="7698658" cy="3087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  IF Statement → Executes when condition is true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  IF-ELSE Statement → Handles both true and false cases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  ELIF Ladder → Checks multiple conditions step by step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  Nested IF → IF inside another IF for complex logic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  Ternary Operator → Short form of IF-ELSE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7EECF-7C16-7754-E1A4-C6F4FE2D8DD1}"/>
              </a:ext>
            </a:extLst>
          </p:cNvPr>
          <p:cNvSpPr txBox="1"/>
          <p:nvPr/>
        </p:nvSpPr>
        <p:spPr>
          <a:xfrm>
            <a:off x="521109" y="287284"/>
            <a:ext cx="7895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>
                <a:solidFill>
                  <a:srgbClr val="FF0000"/>
                </a:solidFill>
              </a:rPr>
              <a:t>Types of Conditional Statements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71D1BF-401C-801E-C679-1D40F342E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529" y="6105832"/>
            <a:ext cx="3178479" cy="623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0C7420-13FB-F0A2-875C-44E9F2970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09" y="933615"/>
            <a:ext cx="11189111" cy="249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131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24B119-7295-AEFE-66AF-3066E0860793}"/>
              </a:ext>
            </a:extLst>
          </p:cNvPr>
          <p:cNvSpPr txBox="1"/>
          <p:nvPr/>
        </p:nvSpPr>
        <p:spPr>
          <a:xfrm>
            <a:off x="668594" y="864842"/>
            <a:ext cx="6096000" cy="1709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Simplest conditional statement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Executes only when condition is true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No action taken if condition is false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A4E10-8C8E-A8D1-E64C-86DB1E30AD74}"/>
              </a:ext>
            </a:extLst>
          </p:cNvPr>
          <p:cNvSpPr txBox="1"/>
          <p:nvPr/>
        </p:nvSpPr>
        <p:spPr>
          <a:xfrm>
            <a:off x="668594" y="3069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>
                <a:solidFill>
                  <a:srgbClr val="FF0000"/>
                </a:solidFill>
              </a:rPr>
              <a:t>IF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67DDC-560C-69D8-2BDE-A46D166B4D91}"/>
              </a:ext>
            </a:extLst>
          </p:cNvPr>
          <p:cNvSpPr txBox="1"/>
          <p:nvPr/>
        </p:nvSpPr>
        <p:spPr>
          <a:xfrm>
            <a:off x="668594" y="257479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/>
              <a:t>Used for single condition checking</a:t>
            </a:r>
            <a:endParaRPr lang="en-IN" sz="20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7F477C-475C-7489-7F6A-8055D8F79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31" y="3429000"/>
            <a:ext cx="4563112" cy="179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B7D17F-EDFC-8F5A-FBDC-0D7A99CFC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026" y="6105833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6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0023E5-2F9E-660F-765B-C6F6F2752CC2}"/>
              </a:ext>
            </a:extLst>
          </p:cNvPr>
          <p:cNvSpPr txBox="1"/>
          <p:nvPr/>
        </p:nvSpPr>
        <p:spPr>
          <a:xfrm>
            <a:off x="629264" y="557499"/>
            <a:ext cx="6096000" cy="2356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sz="2000" b="1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Used when there are two possible outcomes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One block executes if condition is true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Another block executes if condition is false </a:t>
            </a:r>
          </a:p>
          <a:p>
            <a:pPr>
              <a:lnSpc>
                <a:spcPct val="150000"/>
              </a:lnSpc>
            </a:pPr>
            <a:endParaRPr lang="en-US" sz="20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89355-FDBA-2255-55D4-44A3B47781E6}"/>
              </a:ext>
            </a:extLst>
          </p:cNvPr>
          <p:cNvSpPr txBox="1"/>
          <p:nvPr/>
        </p:nvSpPr>
        <p:spPr>
          <a:xfrm>
            <a:off x="629264" y="33265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>
                <a:solidFill>
                  <a:srgbClr val="FF0000"/>
                </a:solidFill>
              </a:rPr>
              <a:t>IF-ELSE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58664-3FB7-E441-AEC7-36AC6B88A2B3}"/>
              </a:ext>
            </a:extLst>
          </p:cNvPr>
          <p:cNvSpPr txBox="1"/>
          <p:nvPr/>
        </p:nvSpPr>
        <p:spPr>
          <a:xfrm>
            <a:off x="629264" y="251367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/>
              <a:t>Ensures one block always runs</a:t>
            </a:r>
            <a:endParaRPr lang="en-IN" sz="2000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3BC528-68C1-16BC-E730-F903EF193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59" y="3377381"/>
            <a:ext cx="4944165" cy="24292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C21058-6CED-7FDA-BDEC-C8821FD10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026" y="6115665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98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A71CFC-22E4-6AC8-5D68-996CD019D14A}"/>
              </a:ext>
            </a:extLst>
          </p:cNvPr>
          <p:cNvSpPr txBox="1"/>
          <p:nvPr/>
        </p:nvSpPr>
        <p:spPr>
          <a:xfrm>
            <a:off x="639097" y="874675"/>
            <a:ext cx="6096000" cy="1740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000" b="1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Used for multiple conditions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Conditions are checked one by one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First true condition is executed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7855F-2140-1E95-DA34-961CE84A1CDF}"/>
              </a:ext>
            </a:extLst>
          </p:cNvPr>
          <p:cNvSpPr txBox="1"/>
          <p:nvPr/>
        </p:nvSpPr>
        <p:spPr>
          <a:xfrm>
            <a:off x="639097" y="3561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>
                <a:solidFill>
                  <a:srgbClr val="FF0000"/>
                </a:solidFill>
              </a:rPr>
              <a:t>ELSE-IF (ELIF Ladder)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F17E0-0A97-4408-64CD-6074783D33ED}"/>
              </a:ext>
            </a:extLst>
          </p:cNvPr>
          <p:cNvSpPr txBox="1"/>
          <p:nvPr/>
        </p:nvSpPr>
        <p:spPr>
          <a:xfrm>
            <a:off x="639097" y="263261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/>
              <a:t>Avoids writing multiple separate IF statements</a:t>
            </a:r>
            <a:endParaRPr lang="en-IN" sz="2000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C2D102-EB87-9A70-EDFF-391328BC4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72" y="3133974"/>
            <a:ext cx="6801799" cy="35152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56B100-B2EE-82C9-07EF-43AF969CA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194" y="6135329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634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71679E-521F-B1E5-690A-9D3B1CC77A5A}"/>
              </a:ext>
            </a:extLst>
          </p:cNvPr>
          <p:cNvSpPr txBox="1"/>
          <p:nvPr/>
        </p:nvSpPr>
        <p:spPr>
          <a:xfrm>
            <a:off x="432620" y="335143"/>
            <a:ext cx="6096000" cy="1894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IF statement inside another IF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Used when decisions depend on multiple levels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Useful in real-world logic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35781-0E76-FE45-8339-AABC3B6C1F06}"/>
              </a:ext>
            </a:extLst>
          </p:cNvPr>
          <p:cNvSpPr txBox="1"/>
          <p:nvPr/>
        </p:nvSpPr>
        <p:spPr>
          <a:xfrm>
            <a:off x="639097" y="24795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>
                <a:solidFill>
                  <a:srgbClr val="FF0000"/>
                </a:solidFill>
              </a:rPr>
              <a:t>Nested 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19A3A5-D36D-0707-7670-7F1EB48F08B9}"/>
              </a:ext>
            </a:extLst>
          </p:cNvPr>
          <p:cNvSpPr txBox="1"/>
          <p:nvPr/>
        </p:nvSpPr>
        <p:spPr>
          <a:xfrm>
            <a:off x="432620" y="222143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/>
              <a:t>Increases complexity but powerful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ED4CF4-776B-69A7-D666-6E0F03EEE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475" y="2865848"/>
            <a:ext cx="5799622" cy="3744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A677AB-B1B4-CA3E-16EE-4690A97BD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703" y="6115664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589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97F1ED-888F-0CDF-A8F3-E0EA0158EE81}"/>
              </a:ext>
            </a:extLst>
          </p:cNvPr>
          <p:cNvSpPr txBox="1"/>
          <p:nvPr/>
        </p:nvSpPr>
        <p:spPr>
          <a:xfrm>
            <a:off x="491613" y="815681"/>
            <a:ext cx="6096000" cy="1709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Expressing IF-ELSE in a single line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Used for simple conditions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Improves code readability for small logic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1430E1-D059-2576-505F-D4F2E02765A9}"/>
              </a:ext>
            </a:extLst>
          </p:cNvPr>
          <p:cNvSpPr txBox="1"/>
          <p:nvPr/>
        </p:nvSpPr>
        <p:spPr>
          <a:xfrm>
            <a:off x="491613" y="2872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>
                <a:solidFill>
                  <a:srgbClr val="FF0000"/>
                </a:solidFill>
              </a:rPr>
              <a:t>Ternary Operator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D5C21A-10F8-9953-7F94-FA63B1FB7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62" y="3322421"/>
            <a:ext cx="6516009" cy="1629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F7E901-A98E-85A5-341B-6B4BFFC41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690" y="6105832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644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FEA67C-4E61-D4CB-E9FA-692EDAC9B26D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90978-9D8F-C2FC-8F3B-918C0093D82B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8096D-F8BD-724B-0D5E-FEDBA02EE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910" y="1252367"/>
            <a:ext cx="4896464" cy="31982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128249-E27C-A7DF-55FF-08B1EB973C96}"/>
              </a:ext>
            </a:extLst>
          </p:cNvPr>
          <p:cNvSpPr txBox="1"/>
          <p:nvPr/>
        </p:nvSpPr>
        <p:spPr>
          <a:xfrm>
            <a:off x="393291" y="417871"/>
            <a:ext cx="991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Flowchart Representation of Conditional Statement</a:t>
            </a:r>
            <a:endParaRPr lang="en-IN" sz="32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660C02-B411-0DA9-52D7-B41D2930938D}"/>
              </a:ext>
            </a:extLst>
          </p:cNvPr>
          <p:cNvSpPr txBox="1"/>
          <p:nvPr/>
        </p:nvSpPr>
        <p:spPr>
          <a:xfrm>
            <a:off x="668593" y="4450620"/>
            <a:ext cx="8652388" cy="1248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Shows how a program checks a condition and follows different paths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If condition is true → one action, else → another action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BE847A-0420-D726-7715-0559F63ED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361" y="6128168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32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F8D4EC-24A0-A506-EC76-309E6C303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987" y="3429000"/>
            <a:ext cx="6687483" cy="29150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B94914-9DB4-83DD-F030-041B1C487A8F}"/>
              </a:ext>
            </a:extLst>
          </p:cNvPr>
          <p:cNvSpPr txBox="1"/>
          <p:nvPr/>
        </p:nvSpPr>
        <p:spPr>
          <a:xfrm>
            <a:off x="698090" y="385605"/>
            <a:ext cx="813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Real-World Example – Login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60274D-D9BE-18FC-2087-7E0E811D5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521" y="6096001"/>
            <a:ext cx="3178479" cy="6239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136F63-C350-9446-58F2-65EB64BE10F4}"/>
              </a:ext>
            </a:extLst>
          </p:cNvPr>
          <p:cNvSpPr txBox="1"/>
          <p:nvPr/>
        </p:nvSpPr>
        <p:spPr>
          <a:xfrm>
            <a:off x="698090" y="1337638"/>
            <a:ext cx="9419304" cy="153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 In daily bases we will be seeing every where in the offices the login system (we will be having biometrics or enter the password or scanning 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So when the user enters the correct password based on his user name then only he will get a login successful message other wise it give the warning invalid credentials</a:t>
            </a:r>
          </a:p>
        </p:txBody>
      </p:sp>
    </p:spTree>
    <p:extLst>
      <p:ext uri="{BB962C8B-B14F-4D97-AF65-F5344CB8AC3E}">
        <p14:creationId xmlns:p14="http://schemas.microsoft.com/office/powerpoint/2010/main" val="553422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AFB775-2BC8-3723-0A5E-2F3E6ED56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311" y="2271251"/>
            <a:ext cx="6567948" cy="42573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C10471-D950-D3FA-CDE7-1E979002B48A}"/>
              </a:ext>
            </a:extLst>
          </p:cNvPr>
          <p:cNvSpPr txBox="1"/>
          <p:nvPr/>
        </p:nvSpPr>
        <p:spPr>
          <a:xfrm>
            <a:off x="521109" y="128247"/>
            <a:ext cx="8337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Real-World Example – Loan Eligibility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6F0ED6-0363-DA3B-265C-43AAAA6C98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865" y="6105832"/>
            <a:ext cx="3178479" cy="6239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CFD572-6F44-FB2C-AEB3-1CB7D66FB8D1}"/>
              </a:ext>
            </a:extLst>
          </p:cNvPr>
          <p:cNvSpPr txBox="1"/>
          <p:nvPr/>
        </p:nvSpPr>
        <p:spPr>
          <a:xfrm>
            <a:off x="521109" y="737048"/>
            <a:ext cx="9674942" cy="153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In daily life, when we apply for a loan in a bank, the system does not approve it directly.</a:t>
            </a:r>
            <a:br>
              <a:rPr lang="en-US" sz="1600" b="1" dirty="0"/>
            </a:br>
            <a:r>
              <a:rPr lang="en-US" sz="1600" b="1" dirty="0"/>
              <a:t>It checks multiple factors like salary, credit score, and existing loans.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If all conditions are satisfied, the loan is approved; otherwise, it may be rejected or approved with conditions.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918933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C12888-DDA6-5F67-18A7-59AD58D04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424" y="2802193"/>
            <a:ext cx="5939235" cy="36817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0E3E2D-2A63-54EB-D17B-8D2F82AB5D62}"/>
              </a:ext>
            </a:extLst>
          </p:cNvPr>
          <p:cNvSpPr txBox="1"/>
          <p:nvPr/>
        </p:nvSpPr>
        <p:spPr>
          <a:xfrm>
            <a:off x="537188" y="201929"/>
            <a:ext cx="98617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Real-World Example – E-commerce Discount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A0D77D-3D0B-F4A7-6288-F668AD601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703" y="6046839"/>
            <a:ext cx="3178479" cy="6239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9FC02F-2234-816B-52DE-82BF91F78567}"/>
              </a:ext>
            </a:extLst>
          </p:cNvPr>
          <p:cNvSpPr txBox="1"/>
          <p:nvPr/>
        </p:nvSpPr>
        <p:spPr>
          <a:xfrm>
            <a:off x="916054" y="930483"/>
            <a:ext cx="7315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 online shopping websites, discounts are not the same for every customer.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The system checks conditions like purchase amount and membership status.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Based on these conditions, it applies different discounts and calculates the final price.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38447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E466-1C4C-9410-180D-9D1B15F2B31F}"/>
              </a:ext>
            </a:extLst>
          </p:cNvPr>
          <p:cNvSpPr txBox="1"/>
          <p:nvPr/>
        </p:nvSpPr>
        <p:spPr>
          <a:xfrm>
            <a:off x="639097" y="1067929"/>
            <a:ext cx="6096000" cy="35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Login authentication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ATM transactions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Loan approval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E-commerce pricing and discounts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Customer segmentation in data science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Fraud detection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AI/ML decision making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EA4502-2E36-244F-D3B1-BF293319EE5A}"/>
              </a:ext>
            </a:extLst>
          </p:cNvPr>
          <p:cNvSpPr txBox="1"/>
          <p:nvPr/>
        </p:nvSpPr>
        <p:spPr>
          <a:xfrm>
            <a:off x="589936" y="42159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>
                <a:solidFill>
                  <a:srgbClr val="FF0000"/>
                </a:solidFill>
              </a:rPr>
              <a:t>Applications (Use Cases)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85AFF5-3E63-193C-7EB8-52119DAFD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362" y="6086168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32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76D582-58BC-ED5F-734E-651C3C9A90A9}"/>
              </a:ext>
            </a:extLst>
          </p:cNvPr>
          <p:cNvSpPr txBox="1"/>
          <p:nvPr/>
        </p:nvSpPr>
        <p:spPr>
          <a:xfrm>
            <a:off x="835742" y="538682"/>
            <a:ext cx="6096000" cy="2817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Enables decision making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Controls execution flow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Improves logical thinking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Makes programs dynamic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Easy to implement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40C167-55AC-F27F-A6A4-740018BEE967}"/>
              </a:ext>
            </a:extLst>
          </p:cNvPr>
          <p:cNvSpPr txBox="1"/>
          <p:nvPr/>
        </p:nvSpPr>
        <p:spPr>
          <a:xfrm>
            <a:off x="835742" y="21551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>
                <a:solidFill>
                  <a:srgbClr val="FF0000"/>
                </a:solidFill>
              </a:rPr>
              <a:t>Advantages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C8436C-9822-C4A7-BAFB-804CBFA55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864" y="6066503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68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7E49CF-F776-3E21-9843-3F30E61580C6}"/>
              </a:ext>
            </a:extLst>
          </p:cNvPr>
          <p:cNvSpPr txBox="1"/>
          <p:nvPr/>
        </p:nvSpPr>
        <p:spPr>
          <a:xfrm>
            <a:off x="737419" y="611049"/>
            <a:ext cx="6096000" cy="2817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Writing correct conditions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Logical errors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Complex nested logic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Debugging difficulty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Maintaining readability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DC04B-9D95-260D-723B-03E75DA32DC3}"/>
              </a:ext>
            </a:extLst>
          </p:cNvPr>
          <p:cNvSpPr txBox="1"/>
          <p:nvPr/>
        </p:nvSpPr>
        <p:spPr>
          <a:xfrm>
            <a:off x="737419" y="2878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>
                <a:solidFill>
                  <a:srgbClr val="FF0000"/>
                </a:solidFill>
              </a:rPr>
              <a:t>Challenges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5E1EC-8A90-4C8F-3F7E-72DA12CC9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522" y="6056672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65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D34E7C-0C6A-5DD2-05E0-44545730F50E}"/>
              </a:ext>
            </a:extLst>
          </p:cNvPr>
          <p:cNvSpPr txBox="1"/>
          <p:nvPr/>
        </p:nvSpPr>
        <p:spPr>
          <a:xfrm>
            <a:off x="953729" y="962316"/>
            <a:ext cx="6096000" cy="35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Conditional statements are fundamental in programming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They allow programs to make intelligent decisions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Widely used in real-world applications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Important for data science and software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EC40A-1358-A796-35D3-D7488046CAD0}"/>
              </a:ext>
            </a:extLst>
          </p:cNvPr>
          <p:cNvSpPr txBox="1"/>
          <p:nvPr/>
        </p:nvSpPr>
        <p:spPr>
          <a:xfrm>
            <a:off x="1091381" y="3159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>
                <a:solidFill>
                  <a:srgbClr val="FF0000"/>
                </a:solidFill>
              </a:rPr>
              <a:t>Conclusion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79C15A-9C38-F9B0-1B1D-B2842A17C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530" y="6066504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03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356B2A-2AF6-1023-9091-4E7F297B31DC}"/>
              </a:ext>
            </a:extLst>
          </p:cNvPr>
          <p:cNvSpPr txBox="1"/>
          <p:nvPr/>
        </p:nvSpPr>
        <p:spPr>
          <a:xfrm>
            <a:off x="688258" y="930278"/>
            <a:ext cx="6096000" cy="2633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Initially struggled with logic building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Nested conditions were confusing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Speaking in English was challenging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Improved through practice and examples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Gained confidence in explaining concepts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DE5412-8511-7EDF-C9EF-0BA92627794E}"/>
              </a:ext>
            </a:extLst>
          </p:cNvPr>
          <p:cNvSpPr txBox="1"/>
          <p:nvPr/>
        </p:nvSpPr>
        <p:spPr>
          <a:xfrm>
            <a:off x="688258" y="2839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>
                <a:solidFill>
                  <a:srgbClr val="FF0000"/>
                </a:solidFill>
              </a:rPr>
              <a:t>Experience / Challenges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25210C-D557-1FD9-8998-91DE2633A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32" y="6086168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973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81D3C8B-9C41-B28C-F2BF-F4CAFDC9E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39" y="718759"/>
            <a:ext cx="10717121" cy="5420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F9D5BB-2C51-3F18-392D-078CA21A4B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026" y="6139240"/>
            <a:ext cx="3178479" cy="6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299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7178F5-EA99-558A-8D5C-DFAC5EBE8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78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6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769</Words>
  <Application>Microsoft Office PowerPoint</Application>
  <PresentationFormat>Widescreen</PresentationFormat>
  <Paragraphs>139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pavandeekonda321@outlook.com</dc:creator>
  <cp:lastModifiedBy>pavandeekonda321@outlook.com</cp:lastModifiedBy>
  <cp:revision>1</cp:revision>
  <dcterms:created xsi:type="dcterms:W3CDTF">2026-05-01T10:08:38Z</dcterms:created>
  <dcterms:modified xsi:type="dcterms:W3CDTF">2026-05-05T03:42:13Z</dcterms:modified>
</cp:coreProperties>
</file>